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6572f252cc4282" /><Relationship Type="http://schemas.openxmlformats.org/officeDocument/2006/relationships/extended-properties" Target="/docProps/app.xml" Id="R7b0628255b6749f9" /><Relationship Type="http://schemas.openxmlformats.org/officeDocument/2006/relationships/officeDocument" Target="/ppt/presentation.xml" Id="Ra038b6f723164e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5d184f4391468a"/>
  </p:sldMasterIdLst>
  <p:notesMasterIdLst>
    <p:notesMasterId xmlns:r="http://schemas.openxmlformats.org/officeDocument/2006/relationships" r:id="R0924d88a96d24424"/>
  </p:notesMasterIdLst>
  <p:sldIdLst>
    <p:sldId xmlns:r="http://schemas.openxmlformats.org/officeDocument/2006/relationships" id="256" r:id="Rb12f4b738eab4615"/>
    <p:sldId xmlns:r="http://schemas.openxmlformats.org/officeDocument/2006/relationships" id="257" r:id="R8fd9c9b6a5c4420a"/>
    <p:sldId xmlns:r="http://schemas.openxmlformats.org/officeDocument/2006/relationships" id="258" r:id="R7dcd0b6ab2a742b9"/>
    <p:sldId xmlns:r="http://schemas.openxmlformats.org/officeDocument/2006/relationships" id="259" r:id="R43475d596a0946b2"/>
    <p:sldId xmlns:r="http://schemas.openxmlformats.org/officeDocument/2006/relationships" id="260" r:id="Rf36ef57f3735429c"/>
    <p:sldId xmlns:r="http://schemas.openxmlformats.org/officeDocument/2006/relationships" id="261" r:id="Rcb438a259ff14d5c"/>
    <p:sldId xmlns:r="http://schemas.openxmlformats.org/officeDocument/2006/relationships" id="262" r:id="R60a4a30c07044314"/>
    <p:sldId xmlns:r="http://schemas.openxmlformats.org/officeDocument/2006/relationships" id="263" r:id="R8ce9a84d70ec409a"/>
    <p:sldId xmlns:r="http://schemas.openxmlformats.org/officeDocument/2006/relationships" id="264" r:id="Rd81b583754334365"/>
    <p:sldId xmlns:r="http://schemas.openxmlformats.org/officeDocument/2006/relationships" id="265" r:id="Rcffeef01dd4944fa"/>
    <p:sldId xmlns:r="http://schemas.openxmlformats.org/officeDocument/2006/relationships" id="266" r:id="Rc8ed022fe70f4051"/>
    <p:sldId xmlns:r="http://schemas.openxmlformats.org/officeDocument/2006/relationships" id="267" r:id="Rc1f503ce18ae4265"/>
    <p:sldId xmlns:r="http://schemas.openxmlformats.org/officeDocument/2006/relationships" id="268" r:id="Rb571173e5df64832"/>
    <p:sldId xmlns:r="http://schemas.openxmlformats.org/officeDocument/2006/relationships" id="269" r:id="R3b181db544d8468e"/>
    <p:sldId xmlns:r="http://schemas.openxmlformats.org/officeDocument/2006/relationships" id="270" r:id="R81177527487940bf"/>
    <p:sldId xmlns:r="http://schemas.openxmlformats.org/officeDocument/2006/relationships" id="271" r:id="R58fa3aa0e19c4192"/>
    <p:sldId xmlns:r="http://schemas.openxmlformats.org/officeDocument/2006/relationships" id="272" r:id="Re7f75a3e70c44343"/>
    <p:sldId xmlns:r="http://schemas.openxmlformats.org/officeDocument/2006/relationships" id="273" r:id="R3180721946984399"/>
    <p:sldId xmlns:r="http://schemas.openxmlformats.org/officeDocument/2006/relationships" id="274" r:id="R3fd3e9cc74f84a4c"/>
    <p:sldId xmlns:r="http://schemas.openxmlformats.org/officeDocument/2006/relationships" id="275" r:id="Ra905c1fb51b74159"/>
    <p:sldId xmlns:r="http://schemas.openxmlformats.org/officeDocument/2006/relationships" id="276" r:id="R2823278d96c94816"/>
    <p:sldId xmlns:r="http://schemas.openxmlformats.org/officeDocument/2006/relationships" id="277" r:id="R20bb0a097d7a4073"/>
    <p:sldId xmlns:r="http://schemas.openxmlformats.org/officeDocument/2006/relationships" id="278" r:id="Rd55ff9caf1ee45bc"/>
    <p:sldId xmlns:r="http://schemas.openxmlformats.org/officeDocument/2006/relationships" id="279" r:id="Redf4630121004d45"/>
    <p:sldId xmlns:r="http://schemas.openxmlformats.org/officeDocument/2006/relationships" id="280" r:id="Raddc3dc778694b3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ed84ccab6c4099" /><Relationship Type="http://schemas.openxmlformats.org/officeDocument/2006/relationships/slideMaster" Target="/ppt/slideMasters/slideMaster1.xml" Id="Rac5d184f4391468a" /><Relationship Type="http://schemas.openxmlformats.org/officeDocument/2006/relationships/notesMaster" Target="/ppt/notesMasters/notesMaster1.xml" Id="R0924d88a96d24424" /><Relationship Type="http://schemas.openxmlformats.org/officeDocument/2006/relationships/presProps" Target="/ppt/presProps.xml" Id="Re665ceb22e9f4488" /><Relationship Type="http://schemas.openxmlformats.org/officeDocument/2006/relationships/tableStyles" Target="/ppt/tableStyles.xml" Id="Rc0aac0514aa543cc" /><Relationship Type="http://schemas.openxmlformats.org/officeDocument/2006/relationships/slide" Target="/ppt/slides/slide1.xml" Id="Rb12f4b738eab4615" /><Relationship Type="http://schemas.openxmlformats.org/officeDocument/2006/relationships/slide" Target="/ppt/slides/slide2.xml" Id="R8fd9c9b6a5c4420a" /><Relationship Type="http://schemas.openxmlformats.org/officeDocument/2006/relationships/slide" Target="/ppt/slides/slide3.xml" Id="R7dcd0b6ab2a742b9" /><Relationship Type="http://schemas.openxmlformats.org/officeDocument/2006/relationships/slide" Target="/ppt/slides/slide4.xml" Id="R43475d596a0946b2" /><Relationship Type="http://schemas.openxmlformats.org/officeDocument/2006/relationships/slide" Target="/ppt/slides/slide5.xml" Id="Rf36ef57f3735429c" /><Relationship Type="http://schemas.openxmlformats.org/officeDocument/2006/relationships/slide" Target="/ppt/slides/slide6.xml" Id="Rcb438a259ff14d5c" /><Relationship Type="http://schemas.openxmlformats.org/officeDocument/2006/relationships/slide" Target="/ppt/slides/slide7.xml" Id="R60a4a30c07044314" /><Relationship Type="http://schemas.openxmlformats.org/officeDocument/2006/relationships/slide" Target="/ppt/slides/slide8.xml" Id="R8ce9a84d70ec409a" /><Relationship Type="http://schemas.openxmlformats.org/officeDocument/2006/relationships/slide" Target="/ppt/slides/slide9.xml" Id="Rd81b583754334365" /><Relationship Type="http://schemas.openxmlformats.org/officeDocument/2006/relationships/slide" Target="/ppt/slides/slide10.xml" Id="Rcffeef01dd4944fa" /><Relationship Type="http://schemas.openxmlformats.org/officeDocument/2006/relationships/slide" Target="/ppt/slides/slide11.xml" Id="Rc8ed022fe70f4051" /><Relationship Type="http://schemas.openxmlformats.org/officeDocument/2006/relationships/slide" Target="/ppt/slides/slide12.xml" Id="Rc1f503ce18ae4265" /><Relationship Type="http://schemas.openxmlformats.org/officeDocument/2006/relationships/slide" Target="/ppt/slides/slide13.xml" Id="Rb571173e5df64832" /><Relationship Type="http://schemas.openxmlformats.org/officeDocument/2006/relationships/slide" Target="/ppt/slides/slide14.xml" Id="R3b181db544d8468e" /><Relationship Type="http://schemas.openxmlformats.org/officeDocument/2006/relationships/slide" Target="/ppt/slides/slide15.xml" Id="R81177527487940bf" /><Relationship Type="http://schemas.openxmlformats.org/officeDocument/2006/relationships/slide" Target="/ppt/slides/slide16.xml" Id="R58fa3aa0e19c4192" /><Relationship Type="http://schemas.openxmlformats.org/officeDocument/2006/relationships/slide" Target="/ppt/slides/slide17.xml" Id="Re7f75a3e70c44343" /><Relationship Type="http://schemas.openxmlformats.org/officeDocument/2006/relationships/slide" Target="/ppt/slides/slide18.xml" Id="R3180721946984399" /><Relationship Type="http://schemas.openxmlformats.org/officeDocument/2006/relationships/slide" Target="/ppt/slides/slide19.xml" Id="R3fd3e9cc74f84a4c" /><Relationship Type="http://schemas.openxmlformats.org/officeDocument/2006/relationships/slide" Target="/ppt/slides/slide20.xml" Id="Ra905c1fb51b74159" /><Relationship Type="http://schemas.openxmlformats.org/officeDocument/2006/relationships/slide" Target="/ppt/slides/slide21.xml" Id="R2823278d96c94816" /><Relationship Type="http://schemas.openxmlformats.org/officeDocument/2006/relationships/slide" Target="/ppt/slides/slide22.xml" Id="R20bb0a097d7a4073" /><Relationship Type="http://schemas.openxmlformats.org/officeDocument/2006/relationships/slide" Target="/ppt/slides/slide23.xml" Id="Rd55ff9caf1ee45bc" /><Relationship Type="http://schemas.openxmlformats.org/officeDocument/2006/relationships/slide" Target="/ppt/slides/slide24.xml" Id="Redf4630121004d45" /><Relationship Type="http://schemas.openxmlformats.org/officeDocument/2006/relationships/slide" Target="/ppt/slides/slide25.xml" Id="Raddc3dc778694b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4906ee6fef4f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03d54fe82e48b4" /><Relationship Type="http://schemas.openxmlformats.org/officeDocument/2006/relationships/notesMaster" Target="/ppt/notesMasters/notesMaster1.xml" Id="Rac775dcf64424f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fbf0467e6748f1" /><Relationship Type="http://schemas.openxmlformats.org/officeDocument/2006/relationships/notesMaster" Target="/ppt/notesMasters/notesMaster1.xml" Id="Rf4123400190f4d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87dc19a38d4f74" /><Relationship Type="http://schemas.openxmlformats.org/officeDocument/2006/relationships/notesMaster" Target="/ppt/notesMasters/notesMaster1.xml" Id="Re235130da38b4c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9fd16a6caf4304" /><Relationship Type="http://schemas.openxmlformats.org/officeDocument/2006/relationships/notesMaster" Target="/ppt/notesMasters/notesMaster1.xml" Id="Rde73994db3fd41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8ee3babf174aaa" /><Relationship Type="http://schemas.openxmlformats.org/officeDocument/2006/relationships/notesMaster" Target="/ppt/notesMasters/notesMaster1.xml" Id="R1b60054daf1341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f735839ab640cb" /><Relationship Type="http://schemas.openxmlformats.org/officeDocument/2006/relationships/notesMaster" Target="/ppt/notesMasters/notesMaster1.xml" Id="Rc3a70dbbeb5247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593537b1aa482c" /><Relationship Type="http://schemas.openxmlformats.org/officeDocument/2006/relationships/notesMaster" Target="/ppt/notesMasters/notesMaster1.xml" Id="Rea5f807c856340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122e5d772449b8" /><Relationship Type="http://schemas.openxmlformats.org/officeDocument/2006/relationships/notesMaster" Target="/ppt/notesMasters/notesMaster1.xml" Id="Rc4f726f1d8f348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9ef5d8004946f2" /><Relationship Type="http://schemas.openxmlformats.org/officeDocument/2006/relationships/notesMaster" Target="/ppt/notesMasters/notesMaster1.xml" Id="R9cf5a7a3aadc43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199b1d66274310" /><Relationship Type="http://schemas.openxmlformats.org/officeDocument/2006/relationships/notesMaster" Target="/ppt/notesMasters/notesMaster1.xml" Id="R92ede17e7b2c43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f0fa3069dc46b9" /><Relationship Type="http://schemas.openxmlformats.org/officeDocument/2006/relationships/notesMaster" Target="/ppt/notesMasters/notesMaster1.xml" Id="Rbb556f34fed24f9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08ce4327a241f1" /><Relationship Type="http://schemas.openxmlformats.org/officeDocument/2006/relationships/notesMaster" Target="/ppt/notesMasters/notesMaster1.xml" Id="Re8783efd233e4e0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34a68a7a53e41a4" /><Relationship Type="http://schemas.openxmlformats.org/officeDocument/2006/relationships/notesMaster" Target="/ppt/notesMasters/notesMaster1.xml" Id="R8d215689ae5745a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71a66987ba84a30" /><Relationship Type="http://schemas.openxmlformats.org/officeDocument/2006/relationships/notesMaster" Target="/ppt/notesMasters/notesMaster1.xml" Id="Rc964542ae9d244d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3fae9d35694535" /><Relationship Type="http://schemas.openxmlformats.org/officeDocument/2006/relationships/notesMaster" Target="/ppt/notesMasters/notesMaster1.xml" Id="R084e959f584f450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08da928ca9d46cb" /><Relationship Type="http://schemas.openxmlformats.org/officeDocument/2006/relationships/notesMaster" Target="/ppt/notesMasters/notesMaster1.xml" Id="R7a7d1a2b21ea42a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dd37239c20c4f53" /><Relationship Type="http://schemas.openxmlformats.org/officeDocument/2006/relationships/notesMaster" Target="/ppt/notesMasters/notesMaster1.xml" Id="Rf0fe82d6fdbb4d0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1b45e52c50341e8" /><Relationship Type="http://schemas.openxmlformats.org/officeDocument/2006/relationships/notesMaster" Target="/ppt/notesMasters/notesMaster1.xml" Id="R3c10e99eaaab4f6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d5c5abae0b64166" /><Relationship Type="http://schemas.openxmlformats.org/officeDocument/2006/relationships/notesMaster" Target="/ppt/notesMasters/notesMaster1.xml" Id="R3a1262c329984e5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cb38ab8b15a437e" /><Relationship Type="http://schemas.openxmlformats.org/officeDocument/2006/relationships/notesMaster" Target="/ppt/notesMasters/notesMaster1.xml" Id="R5ab144f044894a7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ead821d83974ff7" /><Relationship Type="http://schemas.openxmlformats.org/officeDocument/2006/relationships/notesMaster" Target="/ppt/notesMasters/notesMaster1.xml" Id="R41e50ecbcd3a44b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93c378ed81b4ab8" /><Relationship Type="http://schemas.openxmlformats.org/officeDocument/2006/relationships/notesMaster" Target="/ppt/notesMasters/notesMaster1.xml" Id="Re2636cf2db9f4d1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21c1a4949ca4a89" /><Relationship Type="http://schemas.openxmlformats.org/officeDocument/2006/relationships/notesMaster" Target="/ppt/notesMasters/notesMaster1.xml" Id="Rfcc8a854ab9c4e7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8f23ffbfef94462" /><Relationship Type="http://schemas.openxmlformats.org/officeDocument/2006/relationships/notesMaster" Target="/ppt/notesMasters/notesMaster1.xml" Id="R85058fd7b9a046e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bc09ec722fe489d" /><Relationship Type="http://schemas.openxmlformats.org/officeDocument/2006/relationships/notesMaster" Target="/ppt/notesMasters/notesMaster1.xml" Id="Raaffaca9e03849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Imagen ilustrativa recuperada del PDF original proporcionado por el usuario. No se presenta como fotografía de instalaciones o actividades de Alma Floral.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https://dspace.ups.edu.ec/handle/123456789/21828 ; https://repositorio.cecar.edu.co/entities/publication/93e75d06-0a51-49fb-9b91-f276b9369f9d ; https://repositorio.cidecuador.org/jspui/handle/123456789/1289 ; https://doi.org/10.33996/cide.ecuador.PY2636256 ; https://www.omg.org/spec/BPMN/2.0.2 ; https://scrumguides.org/docs/scrumguide/v2020/2020-Scrum-Guide-Spanish-Latin-South-American.pdf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evidencias de GitHub se mantienen pendientes. No se fabricaron capturas, autores, commits o revisiones. Fundamento: Chacon y Straub, Pro Git, https://git-scm.com/book/es/v2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Modelo BPMN 2.0.2. Fuente de notación: https://www.omg.org/spec/BPMN/2.0.2. Modelo elaborado para el proyecto Alma Floral. Los flujos de mensaje enlazan participantes distintos. Los diagramas describen procesos y no acreditan su implementación.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Modelo BPMN 2.0.2. Fuente de notación: https://www.omg.org/spec/BPMN/2.0.2. Modelo elaborado para el proyecto Alma Floral. Los flujos de mensaje enlazan participantes distintos. Los diagramas describen procesos y no acreditan su implementación.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Modelo BPMN 2.0.2. Fuente de notación: https://www.omg.org/spec/BPMN/2.0.2. Modelo elaborado para el proyecto Alma Floral. Los flujos de mensaje enlazan participantes distintos. Los diagramas describen procesos y no acreditan su implementación.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Modelo BPMN 2.0.2. Fuente de notación: https://www.omg.org/spec/BPMN/2.0.2. Modelo elaborado para el proyecto Alma Floral. Los flujos de mensaje enlazan participantes distintos. Los diagramas describen procesos y no acreditan su implementación.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Modelo BPMN 2.0.2. Fuente de notación: https://www.omg.org/spec/BPMN/2.0.2. Modelo elaborado para el proyecto Alma Floral. Los flujos de mensaje enlazan participantes distintos. Los diagramas describen procesos y no acreditan su implementación.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Modelo BPMN 2.0.2. Fuente de notación: https://www.omg.org/spec/BPMN/2.0.2. Modelo elaborado para el proyecto Alma Floral. Los flujos de mensaje enlazan participantes distintos. Los diagramas describen procesos y no acreditan su implementación.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Modelo BPMN 2.0.2. Fuente de notación: https://www.omg.org/spec/BPMN/2.0.2. Modelo elaborado para el proyecto Alma Floral. Los flujos de mensaje enlazan participantes distintos. Los diagramas describen procesos y no acreditan su implementación.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Modelo BPMN 2.0.2. Fuente de notación: https://www.omg.org/spec/BPMN/2.0.2. Modelo elaborado para el proyecto Alma Floral. Los flujos de mensaje enlazan participantes distintos. Los diagramas describen procesos y no acreditan su implementación.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UML de actividades del registro de pedido. Las acciones posteriores de producción y entrega están en los modelos BPMN.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CU05, CU06 y CU08 requieren sesión administrativa activa. CU03 verifica código de pedido y dato de contacto. El límite del sistema excluye las operaciones físicas de producción y reparto.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ecaf7928b848e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8939d528e6493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cc3d23a9854b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6fe61302ec484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8b042b8edd403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0eeb9cd49d48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5D5B0C-C01E-4459-8BB0-7D6A63A32E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17294D2-F458-477C-B354-4C58A65BCF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F835AA1-41B2-4ACA-A615-90B2B26BBB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850480-D1B3-4015-A276-77DF7B415E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BB9396D-A6E6-4CEE-B166-AD0040CDDC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AF74FEA-1FA2-4B4E-B87E-75C5C1ADB2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08402C-B0FA-4F19-9337-C2E4FF061A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679DA06-452E-4DAF-A309-C69C5F9132A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83FFE8-362E-44F0-9D3C-1595133EC1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522614-C391-47D9-B1E9-28DFFE4D63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d862ed95024a40" /><Relationship Type="http://schemas.openxmlformats.org/officeDocument/2006/relationships/slideLayout" Target="/ppt/slideLayouts/slideLayout1.xml" Id="Rbe941cfe45ab4115" /><Relationship Type="http://schemas.openxmlformats.org/officeDocument/2006/relationships/slideLayout" Target="/ppt/slideLayouts/slideLayout2.xml" Id="R8476342d82bd49af" /><Relationship Type="http://schemas.openxmlformats.org/officeDocument/2006/relationships/slideLayout" Target="/ppt/slideLayouts/slideLayout3.xml" Id="Rb6ebb995c4224f28" /><Relationship Type="http://schemas.openxmlformats.org/officeDocument/2006/relationships/slideLayout" Target="/ppt/slideLayouts/slideLayout4.xml" Id="Rc713521bf4fa41a5" /><Relationship Type="http://schemas.openxmlformats.org/officeDocument/2006/relationships/slideLayout" Target="/ppt/slideLayouts/slideLayout5.xml" Id="R6249cd84d6d6497e" /><Relationship Type="http://schemas.openxmlformats.org/officeDocument/2006/relationships/slideLayout" Target="/ppt/slideLayouts/slideLayout6.xml" Id="R2128716338d54d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941cfe45ab4115"/>
    <p:sldLayoutId xmlns:r="http://schemas.openxmlformats.org/officeDocument/2006/relationships" id="2147483650" r:id="R8476342d82bd49af"/>
    <p:sldLayoutId xmlns:r="http://schemas.openxmlformats.org/officeDocument/2006/relationships" id="2147483651" r:id="Rb6ebb995c4224f28"/>
    <p:sldLayoutId xmlns:r="http://schemas.openxmlformats.org/officeDocument/2006/relationships" id="2147483652" r:id="Rc713521bf4fa41a5"/>
    <p:sldLayoutId xmlns:r="http://schemas.openxmlformats.org/officeDocument/2006/relationships" id="2147483653" r:id="R6249cd84d6d6497e"/>
    <p:sldLayoutId xmlns:r="http://schemas.openxmlformats.org/officeDocument/2006/relationships" id="2147483654" r:id="R2128716338d54d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1a331488604e7b" /><Relationship Type="http://schemas.openxmlformats.org/officeDocument/2006/relationships/image" Target="/ppt/media/image.png" Id="R98d35889e885401a" /><Relationship Type="http://schemas.openxmlformats.org/officeDocument/2006/relationships/notesSlide" Target="/ppt/notesSlides/notesSlide1.xml" Id="R02abcfd827e04f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5e7eb0600e46a7" /><Relationship Type="http://schemas.openxmlformats.org/officeDocument/2006/relationships/notesSlide" Target="/ppt/notesSlides/notesSlide2.xml" Id="R8b46fa9f9c3742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dcdb12155a4ae2" /><Relationship Type="http://schemas.openxmlformats.org/officeDocument/2006/relationships/notesSlide" Target="/ppt/notesSlides/notesSlide3.xml" Id="Rb8749f0501dd46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1d0bb6eaa84b34" /><Relationship Type="http://schemas.openxmlformats.org/officeDocument/2006/relationships/notesSlide" Target="/ppt/notesSlides/notesSlide4.xml" Id="R22468a69a7a342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38e1754f824f1a" /><Relationship Type="http://schemas.openxmlformats.org/officeDocument/2006/relationships/notesSlide" Target="/ppt/notesSlides/notesSlide5.xml" Id="R3b94f1a6996341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cf72f7049b4a26" /><Relationship Type="http://schemas.openxmlformats.org/officeDocument/2006/relationships/notesSlide" Target="/ppt/notesSlides/notesSlide6.xml" Id="Rdb2084f63d4345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7a174d50134c8a" /><Relationship Type="http://schemas.openxmlformats.org/officeDocument/2006/relationships/notesSlide" Target="/ppt/notesSlides/notesSlide7.xml" Id="Re18b83c38c9f4c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20a33a89d54fdc" /><Relationship Type="http://schemas.openxmlformats.org/officeDocument/2006/relationships/notesSlide" Target="/ppt/notesSlides/notesSlide8.xml" Id="R74c54f4a01d043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9b6f2a1ea34337" /><Relationship Type="http://schemas.openxmlformats.org/officeDocument/2006/relationships/notesSlide" Target="/ppt/notesSlides/notesSlide9.xml" Id="Rb7107a1dc10043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bd5d14d1b74e3d" /><Relationship Type="http://schemas.openxmlformats.org/officeDocument/2006/relationships/notesSlide" Target="/ppt/notesSlides/notesSlide10.xml" Id="Rce6eae429e034cb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6bdd07fe0e45b5" /><Relationship Type="http://schemas.openxmlformats.org/officeDocument/2006/relationships/notesSlide" Target="/ppt/notesSlides/notesSlide11.xml" Id="R857a4f0a960a4c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4e3b112ad74c23" /><Relationship Type="http://schemas.openxmlformats.org/officeDocument/2006/relationships/notesSlide" Target="/ppt/notesSlides/notesSlide12.xml" Id="Rbf992180e3ab426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7c68716ffa46c6" /><Relationship Type="http://schemas.openxmlformats.org/officeDocument/2006/relationships/notesSlide" Target="/ppt/notesSlides/notesSlide13.xml" Id="Rfe9d2d515dae4ba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2216aa1ca84006" /><Relationship Type="http://schemas.openxmlformats.org/officeDocument/2006/relationships/notesSlide" Target="/ppt/notesSlides/notesSlide14.xml" Id="R731a8be1b51f4a7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2242600aec4e20" /><Relationship Type="http://schemas.openxmlformats.org/officeDocument/2006/relationships/notesSlide" Target="/ppt/notesSlides/notesSlide15.xml" Id="R9dc1d84d984f477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a871b848614be2" /><Relationship Type="http://schemas.openxmlformats.org/officeDocument/2006/relationships/notesSlide" Target="/ppt/notesSlides/notesSlide16.xml" Id="R96f9213bfd5f4fc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17170f774841d2" /><Relationship Type="http://schemas.openxmlformats.org/officeDocument/2006/relationships/notesSlide" Target="/ppt/notesSlides/notesSlide17.xml" Id="Rd96afbb6140c427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21a6841d6b4800" /><Relationship Type="http://schemas.openxmlformats.org/officeDocument/2006/relationships/notesSlide" Target="/ppt/notesSlides/notesSlide18.xml" Id="R7717f951459a4d5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8e71b1d99343a5" /><Relationship Type="http://schemas.openxmlformats.org/officeDocument/2006/relationships/notesSlide" Target="/ppt/notesSlides/notesSlide19.xml" Id="Rd58cc0128ad6482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e669c3f4f144fa" /><Relationship Type="http://schemas.openxmlformats.org/officeDocument/2006/relationships/notesSlide" Target="/ppt/notesSlides/notesSlide20.xml" Id="R6cc04521dbd14d7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31a37f3e564910" /><Relationship Type="http://schemas.openxmlformats.org/officeDocument/2006/relationships/notesSlide" Target="/ppt/notesSlides/notesSlide21.xml" Id="R89451abcf45449d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cb1b89575a49a9" /><Relationship Type="http://schemas.openxmlformats.org/officeDocument/2006/relationships/notesSlide" Target="/ppt/notesSlides/notesSlide22.xml" Id="R18ec93cce4c9437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b915a7fd5f4998" /><Relationship Type="http://schemas.openxmlformats.org/officeDocument/2006/relationships/notesSlide" Target="/ppt/notesSlides/notesSlide23.xml" Id="Re0c428aa371e4bd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e1ddffd3574c75" /><Relationship Type="http://schemas.openxmlformats.org/officeDocument/2006/relationships/notesSlide" Target="/ppt/notesSlides/notesSlide24.xml" Id="R166fc92f93dc46b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c4db138d9b47b4" /><Relationship Type="http://schemas.openxmlformats.org/officeDocument/2006/relationships/notesSlide" Target="/ppt/notesSlides/notesSlide25.xml" Id="Rf20576135ac648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4E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E507E-C583-46DE-9FEF-DE85B26F53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35889e885401a"/>
          <a:srcRect xmlns:a="http://schemas.openxmlformats.org/drawingml/2006/main" l="28881" t="0" r="288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0" y="0"/>
            <a:ext cx="6477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shape-1">
            <a:extLst xmlns:a="http://schemas.openxmlformats.org/drawingml/2006/main">
              <a:ext uri="{FF2B5EF4-FFF2-40B4-BE49-F238E27FC236}">
                <a16:creationId xmlns:a16="http://schemas.microsoft.com/office/drawing/2014/main" id="{6D1D7EA2-BB9E-4124-9ABB-1671DB7B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C4D9C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C4D9C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C4D9C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C4D9C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C4D9C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C4D9C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C4D9C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C4D9C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C4D9C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C4D9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C4D9C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4D9CA"/>
                </a:solidFill>
                <a:latin typeface="Arial"/>
                <a:ea typeface="Arial"/>
                <a:cs typeface="Arial"/>
              </a:rPr>
              <a:t>HERRAMIENTAS DE DESARROLLO  /  SECCIÓN 21772</a:t>
            </a:r>
          </a:p>
        </p:txBody>
      </p:sp>
      <p:sp>
        <p:nvSpPr>
          <p:cNvPr id="3" name="shape-2">
            <a:extLst xmlns:a="http://schemas.openxmlformats.org/drawingml/2006/main">
              <a:ext uri="{FF2B5EF4-FFF2-40B4-BE49-F238E27FC236}">
                <a16:creationId xmlns:a16="http://schemas.microsoft.com/office/drawing/2014/main" id="{A6788D33-BAFF-443A-BAB4-2A8C9643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7715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 algn="l">
              <a:defRPr sz="40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0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0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0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0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0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0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0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0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0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Implementación de un sistema web para mejorar las ventas de Alma Floral</a:t>
            </a:r>
          </a:p>
        </p:txBody>
      </p:sp>
      <p:sp>
        <p:nvSpPr>
          <p:cNvPr id="4" name="shape-3">
            <a:extLst xmlns:a="http://schemas.openxmlformats.org/drawingml/2006/main">
              <a:ext uri="{FF2B5EF4-FFF2-40B4-BE49-F238E27FC236}">
                <a16:creationId xmlns:a16="http://schemas.microsoft.com/office/drawing/2014/main" id="{08D6D03B-F02B-416C-AF58-FD65D46A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EDBCD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EDBCD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EDBCD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EDBCD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EDBCD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EDBCD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EDBCD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EDBCD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EDBCD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EDBC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EDBCD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BCD0"/>
                </a:solidFill>
                <a:latin typeface="Arial"/>
                <a:ea typeface="Arial"/>
                <a:cs typeface="Arial"/>
              </a:rPr>
              <a:t>Avance hasta la segunda entrega</a:t>
            </a:r>
          </a:p>
        </p:txBody>
      </p:sp>
      <p:sp>
        <p:nvSpPr>
          <p:cNvPr id="5" name="shape-4">
            <a:extLst xmlns:a="http://schemas.openxmlformats.org/drawingml/2006/main">
              <a:ext uri="{FF2B5EF4-FFF2-40B4-BE49-F238E27FC236}">
                <a16:creationId xmlns:a16="http://schemas.microsoft.com/office/drawing/2014/main" id="{4ABDD5CB-4441-424C-8F8D-663AA7CC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7524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Docente: Marco Antonio Barrientos Ynfante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César Sembrera Guevara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Kennet Eduardo Casani Parado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Martín Mijail Pérez Zavaleta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Nallely Gutierrez Bacas · U22322693</a:t>
            </a:r>
          </a:p>
        </p:txBody>
      </p:sp>
    </p:spTree>
    <p:extLst>
      <p:ext uri="{BB962C8B-B14F-4D97-AF65-F5344CB8AC3E}">
        <p14:creationId xmlns:p14="http://schemas.microsoft.com/office/powerpoint/2010/main" val="14903814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hape-5">
            <a:extLst xmlns:a="http://schemas.openxmlformats.org/drawingml/2006/main">
              <a:ext uri="{FF2B5EF4-FFF2-40B4-BE49-F238E27FC236}">
                <a16:creationId xmlns:a16="http://schemas.microsoft.com/office/drawing/2014/main" id="{929EA0E9-5E61-4E31-9367-7EDDD8F0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AGENDA</a:t>
            </a:r>
          </a:p>
        </p:txBody>
      </p:sp>
      <p:sp>
        <p:nvSpPr>
          <p:cNvPr id="2" name="shape-6">
            <a:extLst xmlns:a="http://schemas.openxmlformats.org/drawingml/2006/main">
              <a:ext uri="{FF2B5EF4-FFF2-40B4-BE49-F238E27FC236}">
                <a16:creationId xmlns:a16="http://schemas.microsoft.com/office/drawing/2014/main" id="{629E69B1-1A3E-47C0-B62A-DCA3C804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14E35"/>
                </a:solidFill>
                <a:latin typeface="Georgia"/>
                <a:ea typeface="Georgia"/>
                <a:cs typeface="Georgia"/>
              </a:rPr>
              <a:t>Contenido del avance</a:t>
            </a:r>
          </a:p>
        </p:txBody>
      </p:sp>
      <p:sp>
        <p:nvSpPr>
          <p:cNvPr id="3" name="shape-7">
            <a:extLst xmlns:a="http://schemas.openxmlformats.org/drawingml/2006/main">
              <a:ext uri="{FF2B5EF4-FFF2-40B4-BE49-F238E27FC236}">
                <a16:creationId xmlns:a16="http://schemas.microsoft.com/office/drawing/2014/main" id="{BD1F5D55-DC46-4C10-A91E-A4F7E8A1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5340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Alma Floral  ·  Herramientas de Desarrollo</a:t>
            </a:r>
          </a:p>
        </p:txBody>
      </p:sp>
      <p:sp>
        <p:nvSpPr>
          <p:cNvPr id="4" name="shape-8">
            <a:extLst xmlns:a="http://schemas.openxmlformats.org/drawingml/2006/main">
              <a:ext uri="{FF2B5EF4-FFF2-40B4-BE49-F238E27FC236}">
                <a16:creationId xmlns:a16="http://schemas.microsoft.com/office/drawing/2014/main" id="{A03326C3-F10C-4408-805E-D37B71B0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153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shape-9">
            <a:extLst xmlns:a="http://schemas.openxmlformats.org/drawingml/2006/main">
              <a:ext uri="{FF2B5EF4-FFF2-40B4-BE49-F238E27FC236}">
                <a16:creationId xmlns:a16="http://schemas.microsoft.com/office/drawing/2014/main" id="{01D83AD7-A4C9-445A-8BC4-3EE8627C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01  La empresa y sus procesos</a:t>
            </a:r>
          </a:p>
        </p:txBody>
      </p:sp>
      <p:sp>
        <p:nvSpPr>
          <p:cNvPr id="6" name="shape-10">
            <a:extLst xmlns:a="http://schemas.openxmlformats.org/drawingml/2006/main">
              <a:ext uri="{FF2B5EF4-FFF2-40B4-BE49-F238E27FC236}">
                <a16:creationId xmlns:a16="http://schemas.microsoft.com/office/drawing/2014/main" id="{EC0ED274-DBE8-4AAF-BF95-7EDE4E5E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02  Problemática y objetivos</a:t>
            </a:r>
          </a:p>
        </p:txBody>
      </p:sp>
      <p:sp>
        <p:nvSpPr>
          <p:cNvPr id="7" name="shape-11">
            <a:extLst xmlns:a="http://schemas.openxmlformats.org/drawingml/2006/main">
              <a:ext uri="{FF2B5EF4-FFF2-40B4-BE49-F238E27FC236}">
                <a16:creationId xmlns:a16="http://schemas.microsoft.com/office/drawing/2014/main" id="{5AE78F0B-EAD7-41FD-92B1-3069A080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03  Alcance y limitaciones</a:t>
            </a:r>
          </a:p>
        </p:txBody>
      </p:sp>
      <p:sp>
        <p:nvSpPr>
          <p:cNvPr id="8" name="shape-12">
            <a:extLst xmlns:a="http://schemas.openxmlformats.org/drawingml/2006/main">
              <a:ext uri="{FF2B5EF4-FFF2-40B4-BE49-F238E27FC236}">
                <a16:creationId xmlns:a16="http://schemas.microsoft.com/office/drawing/2014/main" id="{06AF273B-49B0-437F-AC7F-1DE945DC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81525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04  Plan, recursos y presupuesto</a:t>
            </a:r>
          </a:p>
        </p:txBody>
      </p:sp>
      <p:sp>
        <p:nvSpPr>
          <p:cNvPr id="9" name="shape-13">
            <a:extLst xmlns:a="http://schemas.openxmlformats.org/drawingml/2006/main">
              <a:ext uri="{FF2B5EF4-FFF2-40B4-BE49-F238E27FC236}">
                <a16:creationId xmlns:a16="http://schemas.microsoft.com/office/drawing/2014/main" id="{AC5B2EA4-4DDA-4138-A478-A3EDF95D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05  Marco teórico y GitHub</a:t>
            </a:r>
          </a:p>
        </p:txBody>
      </p:sp>
      <p:sp>
        <p:nvSpPr>
          <p:cNvPr id="10" name="shape-14">
            <a:extLst xmlns:a="http://schemas.openxmlformats.org/drawingml/2006/main">
              <a:ext uri="{FF2B5EF4-FFF2-40B4-BE49-F238E27FC236}">
                <a16:creationId xmlns:a16="http://schemas.microsoft.com/office/drawing/2014/main" id="{648E3D11-2899-47D1-899A-510E0FD8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38875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06  Diseño BPMN, actividades y casos de uso</a:t>
            </a:r>
          </a:p>
        </p:txBody>
      </p:sp>
    </p:spTree>
    <p:extLst>
      <p:ext uri="{BB962C8B-B14F-4D97-AF65-F5344CB8AC3E}">
        <p14:creationId xmlns:p14="http://schemas.microsoft.com/office/powerpoint/2010/main" val="7808252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hape-15">
            <a:extLst xmlns:a="http://schemas.openxmlformats.org/drawingml/2006/main">
              <a:ext uri="{FF2B5EF4-FFF2-40B4-BE49-F238E27FC236}">
                <a16:creationId xmlns:a16="http://schemas.microsoft.com/office/drawing/2014/main" id="{4CD80C53-1E8E-4A3B-829A-67C7BD5F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CAPÍTULO 1</a:t>
            </a:r>
          </a:p>
        </p:txBody>
      </p:sp>
      <p:sp>
        <p:nvSpPr>
          <p:cNvPr id="2" name="shape-16">
            <a:extLst xmlns:a="http://schemas.openxmlformats.org/drawingml/2006/main">
              <a:ext uri="{FF2B5EF4-FFF2-40B4-BE49-F238E27FC236}">
                <a16:creationId xmlns:a16="http://schemas.microsoft.com/office/drawing/2014/main" id="{AF654D29-C2FE-438D-A92F-13EE383E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14E35"/>
                </a:solidFill>
                <a:latin typeface="Georgia"/>
                <a:ea typeface="Georgia"/>
                <a:cs typeface="Georgia"/>
              </a:rPr>
              <a:t>Alma Floral</a:t>
            </a:r>
          </a:p>
        </p:txBody>
      </p:sp>
      <p:sp>
        <p:nvSpPr>
          <p:cNvPr id="3" name="shape-17">
            <a:extLst xmlns:a="http://schemas.openxmlformats.org/drawingml/2006/main">
              <a:ext uri="{FF2B5EF4-FFF2-40B4-BE49-F238E27FC236}">
                <a16:creationId xmlns:a16="http://schemas.microsoft.com/office/drawing/2014/main" id="{E2D5D546-7562-4C81-B74C-4282DE28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5340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Alma Floral  ·  Herramientas de Desarrollo</a:t>
            </a:r>
          </a:p>
        </p:txBody>
      </p:sp>
      <p:sp>
        <p:nvSpPr>
          <p:cNvPr id="4" name="shape-18">
            <a:extLst xmlns:a="http://schemas.openxmlformats.org/drawingml/2006/main">
              <a:ext uri="{FF2B5EF4-FFF2-40B4-BE49-F238E27FC236}">
                <a16:creationId xmlns:a16="http://schemas.microsoft.com/office/drawing/2014/main" id="{8D8A9670-5A08-4C94-AE40-410DF2D5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153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shape-19">
            <a:extLst xmlns:a="http://schemas.openxmlformats.org/drawingml/2006/main">
              <a:ext uri="{FF2B5EF4-FFF2-40B4-BE49-F238E27FC236}">
                <a16:creationId xmlns:a16="http://schemas.microsoft.com/office/drawing/2014/main" id="{148C4882-8182-48C1-9861-D1A71364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666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Florería de Lima Metropolitana orientada a arreglos personalizados, plantas decorativas y regalos ecológicos.</a:t>
            </a:r>
          </a:p>
        </p:txBody>
      </p:sp>
      <p:sp>
        <p:nvSpPr>
          <p:cNvPr id="6" name="shape-20">
            <a:extLst xmlns:a="http://schemas.openxmlformats.org/drawingml/2006/main">
              <a:ext uri="{FF2B5EF4-FFF2-40B4-BE49-F238E27FC236}">
                <a16:creationId xmlns:a16="http://schemas.microsoft.com/office/drawing/2014/main" id="{C1752242-AFD6-41DA-99DB-7CDC66BE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647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Fundación: 2022</a:t>
            </a:r>
          </a:p>
          <a:p xmlns:a="http://schemas.openxmlformats.org/drawingml/2006/main">
            <a: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Personal del negocio: aproximadamente cinco colaboradores</a:t>
            </a:r>
          </a:p>
          <a:p xmlns:a="http://schemas.openxmlformats.org/drawingml/2006/main">
            <a: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Equipo del proyecto: cuatro integrantes</a:t>
            </a:r>
          </a:p>
        </p:txBody>
      </p:sp>
      <p:sp>
        <p:nvSpPr>
          <p:cNvPr id="7" name="flow-21">
            <a:extLst xmlns:a="http://schemas.openxmlformats.org/drawingml/2006/main">
              <a:ext uri="{FF2B5EF4-FFF2-40B4-BE49-F238E27FC236}">
                <a16:creationId xmlns:a16="http://schemas.microsoft.com/office/drawing/2014/main" id="{1C638EE8-125A-41A0-81E5-E135D6A2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14625"/>
            <a:ext cx="2524125" cy="1047750"/>
          </a:xfrm>
          <a:custGeom xmlns:a="http://schemas.openxmlformats.org/drawingml/2006/main">
            <a:pathLst>
              <a:path w="2524125" h="1047750">
                <a:moveTo>
                  <a:pt x="2524125" y="0"/>
                </a:moveTo>
                <a:lnTo>
                  <a:pt x="2524125" y="523875"/>
                </a:lnTo>
                <a:lnTo>
                  <a:pt x="0" y="523875"/>
                </a:lnTo>
                <a:lnTo>
                  <a:pt x="0" y="10477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A294"/>
            </a:solidFill>
            <a:prstDash val="solid"/>
          </a:ln>
        </p:spPr>
      </p:sp>
      <p:sp>
        <p:nvSpPr>
          <p:cNvPr id="8" name="flow-22">
            <a:extLst xmlns:a="http://schemas.openxmlformats.org/drawingml/2006/main">
              <a:ext uri="{FF2B5EF4-FFF2-40B4-BE49-F238E27FC236}">
                <a16:creationId xmlns:a16="http://schemas.microsoft.com/office/drawing/2014/main" id="{267ABC06-174C-4D63-8777-C95507A6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714625"/>
            <a:ext cx="142875" cy="1047750"/>
          </a:xfrm>
          <a:custGeom xmlns:a="http://schemas.openxmlformats.org/drawingml/2006/main">
            <a:pathLst>
              <a:path w="142875" h="1047750">
                <a:moveTo>
                  <a:pt x="142875" y="0"/>
                </a:moveTo>
                <a:lnTo>
                  <a:pt x="142875" y="523875"/>
                </a:lnTo>
                <a:lnTo>
                  <a:pt x="0" y="523875"/>
                </a:lnTo>
                <a:lnTo>
                  <a:pt x="0" y="10477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A294"/>
            </a:solidFill>
            <a:prstDash val="solid"/>
          </a:ln>
        </p:spPr>
      </p:sp>
      <p:sp>
        <p:nvSpPr>
          <p:cNvPr id="9" name="flow-23">
            <a:extLst xmlns:a="http://schemas.openxmlformats.org/drawingml/2006/main">
              <a:ext uri="{FF2B5EF4-FFF2-40B4-BE49-F238E27FC236}">
                <a16:creationId xmlns:a16="http://schemas.microsoft.com/office/drawing/2014/main" id="{6F9F19D5-28D5-404C-8C98-40D841A4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714625"/>
            <a:ext cx="2238375" cy="1047750"/>
          </a:xfrm>
          <a:custGeom xmlns:a="http://schemas.openxmlformats.org/drawingml/2006/main">
            <a:pathLst>
              <a:path w="2238375" h="1047750">
                <a:moveTo>
                  <a:pt x="0" y="0"/>
                </a:moveTo>
                <a:lnTo>
                  <a:pt x="0" y="523875"/>
                </a:lnTo>
                <a:lnTo>
                  <a:pt x="2238375" y="523875"/>
                </a:lnTo>
                <a:lnTo>
                  <a:pt x="2238375" y="10477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A294"/>
            </a:solidFill>
            <a:prstDash val="solid"/>
          </a:ln>
        </p:spPr>
      </p:sp>
      <p:sp>
        <p:nvSpPr>
          <p:cNvPr id="10" name="flow-24">
            <a:extLst xmlns:a="http://schemas.openxmlformats.org/drawingml/2006/main">
              <a:ext uri="{FF2B5EF4-FFF2-40B4-BE49-F238E27FC236}">
                <a16:creationId xmlns:a16="http://schemas.microsoft.com/office/drawing/2014/main" id="{DBE2808E-DCA5-4053-870E-9922AAE3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76750"/>
            <a:ext cx="9525" cy="857250"/>
          </a:xfrm>
          <a:custGeom xmlns:a="http://schemas.openxmlformats.org/drawingml/2006/main">
            <a:pathLst>
              <a:path w="9525"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A294"/>
            </a:solidFill>
            <a:prstDash val="solid"/>
          </a:ln>
        </p:spPr>
      </p:sp>
      <p:sp>
        <p:nvSpPr>
          <p:cNvPr id="11" name="flow-25">
            <a:extLst xmlns:a="http://schemas.openxmlformats.org/drawingml/2006/main">
              <a:ext uri="{FF2B5EF4-FFF2-40B4-BE49-F238E27FC236}">
                <a16:creationId xmlns:a16="http://schemas.microsoft.com/office/drawing/2014/main" id="{7479DD16-41F4-4437-846F-51F34C0C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476750"/>
            <a:ext cx="9525" cy="857250"/>
          </a:xfrm>
          <a:custGeom xmlns:a="http://schemas.openxmlformats.org/drawingml/2006/main">
            <a:pathLst>
              <a:path w="9525"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A294"/>
            </a:solidFill>
            <a:prstDash val="solid"/>
          </a:ln>
        </p:spPr>
      </p:sp>
      <p:sp>
        <p:nvSpPr>
          <p:cNvPr id="12" name="flow-26">
            <a:extLst xmlns:a="http://schemas.openxmlformats.org/drawingml/2006/main">
              <a:ext uri="{FF2B5EF4-FFF2-40B4-BE49-F238E27FC236}">
                <a16:creationId xmlns:a16="http://schemas.microsoft.com/office/drawing/2014/main" id="{7C74AF71-A2B2-4A71-AFB3-D63C41D0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4476750"/>
            <a:ext cx="9525" cy="857250"/>
          </a:xfrm>
          <a:custGeom xmlns:a="http://schemas.openxmlformats.org/drawingml/2006/main">
            <a:pathLst>
              <a:path w="9525"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A294"/>
            </a:solidFill>
            <a:prstDash val="solid"/>
          </a:ln>
        </p:spPr>
      </p:sp>
      <p:sp>
        <p:nvSpPr>
          <p:cNvPr id="13" name="shape-27">
            <a:extLst xmlns:a="http://schemas.openxmlformats.org/drawingml/2006/main">
              <a:ext uri="{FF2B5EF4-FFF2-40B4-BE49-F238E27FC236}">
                <a16:creationId xmlns:a16="http://schemas.microsoft.com/office/drawing/2014/main" id="{F0CB2EC2-AA9D-44FE-A6F2-68B04AE4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52625"/>
            <a:ext cx="3143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0F5F0"/>
          </a:solidFill>
          <a:ln xmlns:a="http://schemas.openxmlformats.org/drawingml/2006/main" w="14288">
            <a:solidFill>
              <a:srgbClr val="8CA294"/>
            </a:solidFill>
            <a:prstDash val="solid"/>
          </a:ln>
        </p:spPr>
      </p:sp>
      <p:sp>
        <p:nvSpPr>
          <p:cNvPr id="14" name="shape-28">
            <a:extLst xmlns:a="http://schemas.openxmlformats.org/drawingml/2006/main">
              <a:ext uri="{FF2B5EF4-FFF2-40B4-BE49-F238E27FC236}">
                <a16:creationId xmlns:a16="http://schemas.microsoft.com/office/drawing/2014/main" id="{135030C0-B10E-426A-A6F1-3D9B122F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43125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Gerencia general</a:t>
            </a:r>
          </a:p>
        </p:txBody>
      </p:sp>
      <p:sp>
        <p:nvSpPr>
          <p:cNvPr id="15" name="shape-29">
            <a:extLst xmlns:a="http://schemas.openxmlformats.org/drawingml/2006/main">
              <a:ext uri="{FF2B5EF4-FFF2-40B4-BE49-F238E27FC236}">
                <a16:creationId xmlns:a16="http://schemas.microsoft.com/office/drawing/2014/main" id="{5CEAADC1-600D-454B-B49A-89922C3D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62375"/>
            <a:ext cx="2095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0F5F0"/>
          </a:solidFill>
          <a:ln xmlns:a="http://schemas.openxmlformats.org/drawingml/2006/main" w="14288">
            <a:solidFill>
              <a:srgbClr val="8CA294"/>
            </a:solidFill>
            <a:prstDash val="solid"/>
          </a:ln>
        </p:spPr>
      </p:sp>
      <p:sp>
        <p:nvSpPr>
          <p:cNvPr id="16" name="shape-30">
            <a:extLst xmlns:a="http://schemas.openxmlformats.org/drawingml/2006/main">
              <a:ext uri="{FF2B5EF4-FFF2-40B4-BE49-F238E27FC236}">
                <a16:creationId xmlns:a16="http://schemas.microsoft.com/office/drawing/2014/main" id="{CE369F2C-AA95-4E73-9CF4-47F7E7FD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5287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Producción</a:t>
            </a:r>
          </a:p>
        </p:txBody>
      </p:sp>
      <p:sp>
        <p:nvSpPr>
          <p:cNvPr id="17" name="shape-31">
            <a:extLst xmlns:a="http://schemas.openxmlformats.org/drawingml/2006/main">
              <a:ext uri="{FF2B5EF4-FFF2-40B4-BE49-F238E27FC236}">
                <a16:creationId xmlns:a16="http://schemas.microsoft.com/office/drawing/2014/main" id="{AF58F371-2603-476C-90FC-33ABD9D0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62375"/>
            <a:ext cx="2095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0F5F0"/>
          </a:solidFill>
          <a:ln xmlns:a="http://schemas.openxmlformats.org/drawingml/2006/main" w="14288">
            <a:solidFill>
              <a:srgbClr val="8CA294"/>
            </a:solidFill>
            <a:prstDash val="solid"/>
          </a:ln>
        </p:spPr>
      </p:sp>
      <p:sp>
        <p:nvSpPr>
          <p:cNvPr id="18" name="shape-32">
            <a:extLst xmlns:a="http://schemas.openxmlformats.org/drawingml/2006/main">
              <a:ext uri="{FF2B5EF4-FFF2-40B4-BE49-F238E27FC236}">
                <a16:creationId xmlns:a16="http://schemas.microsoft.com/office/drawing/2014/main" id="{35EB9489-1444-46E1-BA57-0194DF38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95287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Comercial</a:t>
            </a:r>
          </a:p>
        </p:txBody>
      </p:sp>
      <p:sp>
        <p:nvSpPr>
          <p:cNvPr id="19" name="shape-33">
            <a:extLst xmlns:a="http://schemas.openxmlformats.org/drawingml/2006/main">
              <a:ext uri="{FF2B5EF4-FFF2-40B4-BE49-F238E27FC236}">
                <a16:creationId xmlns:a16="http://schemas.microsoft.com/office/drawing/2014/main" id="{5D53C774-11F2-4699-8B35-57D3DBE6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762375"/>
            <a:ext cx="2095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0F5F0"/>
          </a:solidFill>
          <a:ln xmlns:a="http://schemas.openxmlformats.org/drawingml/2006/main" w="14288">
            <a:solidFill>
              <a:srgbClr val="8CA294"/>
            </a:solidFill>
            <a:prstDash val="solid"/>
          </a:ln>
        </p:spPr>
      </p:sp>
      <p:sp>
        <p:nvSpPr>
          <p:cNvPr id="20" name="shape-34">
            <a:extLst xmlns:a="http://schemas.openxmlformats.org/drawingml/2006/main">
              <a:ext uri="{FF2B5EF4-FFF2-40B4-BE49-F238E27FC236}">
                <a16:creationId xmlns:a16="http://schemas.microsoft.com/office/drawing/2014/main" id="{060649F7-9BA2-437B-AB1A-BE0C0F35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95287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Administración</a:t>
            </a:r>
          </a:p>
        </p:txBody>
      </p:sp>
      <p:sp>
        <p:nvSpPr>
          <p:cNvPr id="21" name="shape-35">
            <a:extLst xmlns:a="http://schemas.openxmlformats.org/drawingml/2006/main">
              <a:ext uri="{FF2B5EF4-FFF2-40B4-BE49-F238E27FC236}">
                <a16:creationId xmlns:a16="http://schemas.microsoft.com/office/drawing/2014/main" id="{DF8F33AF-5B12-4328-A644-CEAAF6F9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34000"/>
            <a:ext cx="2095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0F5F0"/>
          </a:solidFill>
          <a:ln xmlns:a="http://schemas.openxmlformats.org/drawingml/2006/main" w="14288">
            <a:solidFill>
              <a:srgbClr val="8CA294"/>
            </a:solidFill>
            <a:prstDash val="solid"/>
          </a:ln>
        </p:spPr>
      </p:sp>
      <p:sp>
        <p:nvSpPr>
          <p:cNvPr id="22" name="shape-36">
            <a:extLst xmlns:a="http://schemas.openxmlformats.org/drawingml/2006/main">
              <a:ext uri="{FF2B5EF4-FFF2-40B4-BE49-F238E27FC236}">
                <a16:creationId xmlns:a16="http://schemas.microsoft.com/office/drawing/2014/main" id="{5FB6FE31-FEC8-4172-9677-F3026715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24500"/>
            <a:ext cx="190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Diseño floral</a:t>
            </a:r>
          </a:p>
          <a:p xmlns:a="http://schemas.openxmlformats.org/drawingml/2006/main">
            <a: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y plantas</a:t>
            </a:r>
          </a:p>
        </p:txBody>
      </p:sp>
      <p:sp>
        <p:nvSpPr>
          <p:cNvPr id="23" name="shape-37">
            <a:extLst xmlns:a="http://schemas.openxmlformats.org/drawingml/2006/main">
              <a:ext uri="{FF2B5EF4-FFF2-40B4-BE49-F238E27FC236}">
                <a16:creationId xmlns:a16="http://schemas.microsoft.com/office/drawing/2014/main" id="{B2D794A5-93A1-456B-A2ED-515934DD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334000"/>
            <a:ext cx="2095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0F5F0"/>
          </a:solidFill>
          <a:ln xmlns:a="http://schemas.openxmlformats.org/drawingml/2006/main" w="14288">
            <a:solidFill>
              <a:srgbClr val="8CA294"/>
            </a:solidFill>
            <a:prstDash val="solid"/>
          </a:ln>
        </p:spPr>
      </p:sp>
      <p:sp>
        <p:nvSpPr>
          <p:cNvPr id="24" name="shape-38">
            <a:extLst xmlns:a="http://schemas.openxmlformats.org/drawingml/2006/main">
              <a:ext uri="{FF2B5EF4-FFF2-40B4-BE49-F238E27FC236}">
                <a16:creationId xmlns:a16="http://schemas.microsoft.com/office/drawing/2014/main" id="{1FBD9BFB-D497-40FE-9F10-AF72B8ED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90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Ventas y atención</a:t>
            </a:r>
          </a:p>
          <a:p xmlns:a="http://schemas.openxmlformats.org/drawingml/2006/main">
            <a: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al cliente</a:t>
            </a:r>
          </a:p>
        </p:txBody>
      </p:sp>
      <p:sp>
        <p:nvSpPr>
          <p:cNvPr id="25" name="shape-39">
            <a:extLst xmlns:a="http://schemas.openxmlformats.org/drawingml/2006/main">
              <a:ext uri="{FF2B5EF4-FFF2-40B4-BE49-F238E27FC236}">
                <a16:creationId xmlns:a16="http://schemas.microsoft.com/office/drawing/2014/main" id="{85217C01-CED4-4C8C-A231-A9F2270E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334000"/>
            <a:ext cx="2095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0F5F0"/>
          </a:solidFill>
          <a:ln xmlns:a="http://schemas.openxmlformats.org/drawingml/2006/main" w="14288">
            <a:solidFill>
              <a:srgbClr val="8CA294"/>
            </a:solidFill>
            <a:prstDash val="solid"/>
          </a:ln>
        </p:spPr>
      </p:sp>
      <p:sp>
        <p:nvSpPr>
          <p:cNvPr id="26" name="shape-40">
            <a:extLst xmlns:a="http://schemas.openxmlformats.org/drawingml/2006/main">
              <a:ext uri="{FF2B5EF4-FFF2-40B4-BE49-F238E27FC236}">
                <a16:creationId xmlns:a16="http://schemas.microsoft.com/office/drawing/2014/main" id="{23468F97-BA37-48BF-82A1-05C7A7E0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24500"/>
            <a:ext cx="190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Administración</a:t>
            </a:r>
          </a:p>
          <a:p xmlns:a="http://schemas.openxmlformats.org/drawingml/2006/main">
            <a:pPr algn="ctr">
              <a:defRPr sz="17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y finanzas</a:t>
            </a:r>
          </a:p>
        </p:txBody>
      </p:sp>
    </p:spTree>
    <p:extLst>
      <p:ext uri="{BB962C8B-B14F-4D97-AF65-F5344CB8AC3E}">
        <p14:creationId xmlns:p14="http://schemas.microsoft.com/office/powerpoint/2010/main" val="19949688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hape-41">
            <a:extLst xmlns:a="http://schemas.openxmlformats.org/drawingml/2006/main">
              <a:ext uri="{FF2B5EF4-FFF2-40B4-BE49-F238E27FC236}">
                <a16:creationId xmlns:a16="http://schemas.microsoft.com/office/drawing/2014/main" id="{BDCFDAC3-DB29-404D-A7C1-4C00C863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CAPÍTULO 1</a:t>
            </a:r>
          </a:p>
        </p:txBody>
      </p:sp>
      <p:sp>
        <p:nvSpPr>
          <p:cNvPr id="2" name="shape-42">
            <a:extLst xmlns:a="http://schemas.openxmlformats.org/drawingml/2006/main">
              <a:ext uri="{FF2B5EF4-FFF2-40B4-BE49-F238E27FC236}">
                <a16:creationId xmlns:a16="http://schemas.microsoft.com/office/drawing/2014/main" id="{DB2BF1F6-3C72-4BD9-808A-F098A4F1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14E35"/>
                </a:solidFill>
                <a:latin typeface="Georgia"/>
                <a:ea typeface="Georgia"/>
                <a:cs typeface="Georgia"/>
              </a:rPr>
              <a:t>Misión y visión</a:t>
            </a:r>
          </a:p>
        </p:txBody>
      </p:sp>
      <p:sp>
        <p:nvSpPr>
          <p:cNvPr id="3" name="shape-43">
            <a:extLst xmlns:a="http://schemas.openxmlformats.org/drawingml/2006/main">
              <a:ext uri="{FF2B5EF4-FFF2-40B4-BE49-F238E27FC236}">
                <a16:creationId xmlns:a16="http://schemas.microsoft.com/office/drawing/2014/main" id="{37E84801-0273-4885-A00B-627D3180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5340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Alma Floral  ·  Herramientas de Desarrollo</a:t>
            </a:r>
          </a:p>
        </p:txBody>
      </p:sp>
      <p:sp>
        <p:nvSpPr>
          <p:cNvPr id="4" name="shape-44">
            <a:extLst xmlns:a="http://schemas.openxmlformats.org/drawingml/2006/main">
              <a:ext uri="{FF2B5EF4-FFF2-40B4-BE49-F238E27FC236}">
                <a16:creationId xmlns:a16="http://schemas.microsoft.com/office/drawing/2014/main" id="{DC02360A-2694-4DF7-9F60-A75DD6A4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153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shape-45">
            <a:extLst xmlns:a="http://schemas.openxmlformats.org/drawingml/2006/main">
              <a:ext uri="{FF2B5EF4-FFF2-40B4-BE49-F238E27FC236}">
                <a16:creationId xmlns:a16="http://schemas.microsoft.com/office/drawing/2014/main" id="{5FD307D8-907F-46BB-AAC0-66E31516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A6D8B"/>
                </a:solidFill>
                <a:latin typeface="Arial"/>
                <a:ea typeface="Arial"/>
                <a:cs typeface="Arial"/>
              </a:rPr>
              <a:t>MISIÓN</a:t>
            </a:r>
          </a:p>
        </p:txBody>
      </p:sp>
      <p:sp>
        <p:nvSpPr>
          <p:cNvPr id="6" name="shape-46">
            <a:extLst xmlns:a="http://schemas.openxmlformats.org/drawingml/2006/main">
              <a:ext uri="{FF2B5EF4-FFF2-40B4-BE49-F238E27FC236}">
                <a16:creationId xmlns:a16="http://schemas.microsoft.com/office/drawing/2014/main" id="{4FBD8DF1-AD01-4F05-A903-F1541033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9875"/>
            <a:ext cx="6191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Brindar productos florales y decorativos de alta calidad mediante un servicio personalizado, eficiente y orientado a la satisfacción.</a:t>
            </a:r>
          </a:p>
        </p:txBody>
      </p:sp>
      <p:sp>
        <p:nvSpPr>
          <p:cNvPr id="7" name="shape-47">
            <a:extLst xmlns:a="http://schemas.openxmlformats.org/drawingml/2006/main">
              <a:ext uri="{FF2B5EF4-FFF2-40B4-BE49-F238E27FC236}">
                <a16:creationId xmlns:a16="http://schemas.microsoft.com/office/drawing/2014/main" id="{953C893D-619E-4B34-9298-C6B3D4D7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4787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A6D8B"/>
                </a:solidFill>
                <a:latin typeface="Arial"/>
                <a:ea typeface="Arial"/>
                <a:cs typeface="Arial"/>
              </a:rPr>
              <a:t>VISIÓN</a:t>
            </a:r>
          </a:p>
        </p:txBody>
      </p:sp>
      <p:sp>
        <p:nvSpPr>
          <p:cNvPr id="8" name="shape-48">
            <a:extLst xmlns:a="http://schemas.openxmlformats.org/drawingml/2006/main">
              <a:ext uri="{FF2B5EF4-FFF2-40B4-BE49-F238E27FC236}">
                <a16:creationId xmlns:a16="http://schemas.microsoft.com/office/drawing/2014/main" id="{07EDB738-E706-48DD-A1CA-BE55987A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09875"/>
            <a:ext cx="6191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Ser una florería reconocida a nivel local por su innovación, calidad de servicio y presencia digital, consolidándose hacia 2028.</a:t>
            </a:r>
          </a:p>
        </p:txBody>
      </p:sp>
    </p:spTree>
    <p:extLst>
      <p:ext uri="{BB962C8B-B14F-4D97-AF65-F5344CB8AC3E}">
        <p14:creationId xmlns:p14="http://schemas.microsoft.com/office/powerpoint/2010/main" val="8671492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-49">
            <a:extLst xmlns:a="http://schemas.openxmlformats.org/drawingml/2006/main">
              <a:ext uri="{FF2B5EF4-FFF2-40B4-BE49-F238E27FC236}">
                <a16:creationId xmlns:a16="http://schemas.microsoft.com/office/drawing/2014/main" id="{9ECADD94-6E69-4FBE-A83C-32CE3970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PRODUCTO DEL PROYECTO</a:t>
            </a:r>
          </a:p>
        </p:txBody>
      </p:sp>
      <p:sp>
        <p:nvSpPr>
          <p:cNvPr id="2" name="shape-50">
            <a:extLst xmlns:a="http://schemas.openxmlformats.org/drawingml/2006/main">
              <a:ext uri="{FF2B5EF4-FFF2-40B4-BE49-F238E27FC236}">
                <a16:creationId xmlns:a16="http://schemas.microsoft.com/office/drawing/2014/main" id="{FBCAED2B-0E7C-456A-B09F-F49C858D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14E35"/>
                </a:solidFill>
                <a:latin typeface="Georgia"/>
                <a:ea typeface="Georgia"/>
                <a:cs typeface="Georgia"/>
              </a:rPr>
              <a:t>Problemática del negocio</a:t>
            </a:r>
          </a:p>
        </p:txBody>
      </p:sp>
      <p:sp>
        <p:nvSpPr>
          <p:cNvPr id="3" name="shape-51">
            <a:extLst xmlns:a="http://schemas.openxmlformats.org/drawingml/2006/main">
              <a:ext uri="{FF2B5EF4-FFF2-40B4-BE49-F238E27FC236}">
                <a16:creationId xmlns:a16="http://schemas.microsoft.com/office/drawing/2014/main" id="{5C36381B-6610-41EA-9D76-46956DE2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5340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Alma Floral  ·  Herramientas de Desarrollo</a:t>
            </a:r>
          </a:p>
        </p:txBody>
      </p:sp>
      <p:sp>
        <p:nvSpPr>
          <p:cNvPr id="4" name="shape-52">
            <a:extLst xmlns:a="http://schemas.openxmlformats.org/drawingml/2006/main">
              <a:ext uri="{FF2B5EF4-FFF2-40B4-BE49-F238E27FC236}">
                <a16:creationId xmlns:a16="http://schemas.microsoft.com/office/drawing/2014/main" id="{D1E529CA-B2A1-42C6-995C-3B657266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153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shape-53">
            <a:extLst xmlns:a="http://schemas.openxmlformats.org/drawingml/2006/main">
              <a:ext uri="{FF2B5EF4-FFF2-40B4-BE49-F238E27FC236}">
                <a16:creationId xmlns:a16="http://schemas.microsoft.com/office/drawing/2014/main" id="{3D67724E-F95B-446D-B2E8-25F75998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Catálogo disperso</a:t>
            </a:r>
          </a:p>
        </p:txBody>
      </p:sp>
      <p:sp>
        <p:nvSpPr>
          <p:cNvPr id="6" name="shape-54">
            <a:extLst xmlns:a="http://schemas.openxmlformats.org/drawingml/2006/main">
              <a:ext uri="{FF2B5EF4-FFF2-40B4-BE49-F238E27FC236}">
                <a16:creationId xmlns:a16="http://schemas.microsoft.com/office/drawing/2014/main" id="{3534030B-2D04-4DA9-A876-DA76E9D4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El cliente depende de la respuesta del personal para consultar precios y disponibilidad.</a:t>
            </a:r>
          </a:p>
        </p:txBody>
      </p:sp>
      <p:sp>
        <p:nvSpPr>
          <p:cNvPr id="7" name="shape-55">
            <a:extLst xmlns:a="http://schemas.openxmlformats.org/drawingml/2006/main">
              <a:ext uri="{FF2B5EF4-FFF2-40B4-BE49-F238E27FC236}">
                <a16:creationId xmlns:a16="http://schemas.microsoft.com/office/drawing/2014/main" id="{6806D84B-4631-4D72-8B1F-22520A66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Registro manual</a:t>
            </a:r>
          </a:p>
        </p:txBody>
      </p:sp>
      <p:sp>
        <p:nvSpPr>
          <p:cNvPr id="8" name="shape-56">
            <a:extLst xmlns:a="http://schemas.openxmlformats.org/drawingml/2006/main">
              <a:ext uri="{FF2B5EF4-FFF2-40B4-BE49-F238E27FC236}">
                <a16:creationId xmlns:a16="http://schemas.microsoft.com/office/drawing/2014/main" id="{C850184E-C693-4E7E-80D5-7B5299C8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100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La transcripción repetida dificulta mantener pedidos completos y consistentes.</a:t>
            </a:r>
          </a:p>
        </p:txBody>
      </p:sp>
      <p:sp>
        <p:nvSpPr>
          <p:cNvPr id="9" name="shape-57">
            <a:extLst xmlns:a="http://schemas.openxmlformats.org/drawingml/2006/main">
              <a:ext uri="{FF2B5EF4-FFF2-40B4-BE49-F238E27FC236}">
                <a16:creationId xmlns:a16="http://schemas.microsoft.com/office/drawing/2014/main" id="{45F490D7-A3C3-4DEC-8E52-87F6A867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Información fragmentada</a:t>
            </a:r>
          </a:p>
        </p:txBody>
      </p:sp>
      <p:sp>
        <p:nvSpPr>
          <p:cNvPr id="10" name="shape-58">
            <a:extLst xmlns:a="http://schemas.openxmlformats.org/drawingml/2006/main">
              <a:ext uri="{FF2B5EF4-FFF2-40B4-BE49-F238E27FC236}">
                <a16:creationId xmlns:a16="http://schemas.microsoft.com/office/drawing/2014/main" id="{E376EBE9-2711-4708-94D6-C9C1797A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524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Productos, clientes y estados de pedidos no se consultan desde un mismo sistema.</a:t>
            </a:r>
          </a:p>
        </p:txBody>
      </p:sp>
      <p:sp>
        <p:nvSpPr>
          <p:cNvPr id="11" name="shape-59">
            <a:extLst xmlns:a="http://schemas.openxmlformats.org/drawingml/2006/main">
              <a:ext uri="{FF2B5EF4-FFF2-40B4-BE49-F238E27FC236}">
                <a16:creationId xmlns:a16="http://schemas.microsoft.com/office/drawing/2014/main" id="{499244B0-A466-40DA-9D11-79327F15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315200"/>
            <a:ext cx="1362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La propuesta se centra en digitalizar el catálogo y los pedidos. La evaluación de resultados corresponde a la fase de pruebas.</a:t>
            </a:r>
          </a:p>
        </p:txBody>
      </p:sp>
    </p:spTree>
    <p:extLst>
      <p:ext uri="{BB962C8B-B14F-4D97-AF65-F5344CB8AC3E}">
        <p14:creationId xmlns:p14="http://schemas.microsoft.com/office/powerpoint/2010/main" val="7579552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hape-60">
            <a:extLst xmlns:a="http://schemas.openxmlformats.org/drawingml/2006/main">
              <a:ext uri="{FF2B5EF4-FFF2-40B4-BE49-F238E27FC236}">
                <a16:creationId xmlns:a16="http://schemas.microsoft.com/office/drawing/2014/main" id="{A6C42B30-BA15-4408-885B-BFB148C8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PRODUCTO DEL PROYECTO</a:t>
            </a:r>
          </a:p>
        </p:txBody>
      </p:sp>
      <p:sp>
        <p:nvSpPr>
          <p:cNvPr id="2" name="shape-61">
            <a:extLst xmlns:a="http://schemas.openxmlformats.org/drawingml/2006/main">
              <a:ext uri="{FF2B5EF4-FFF2-40B4-BE49-F238E27FC236}">
                <a16:creationId xmlns:a16="http://schemas.microsoft.com/office/drawing/2014/main" id="{06A1E15B-953A-4E04-9020-43A2FE57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14E35"/>
                </a:solidFill>
                <a:latin typeface="Georgia"/>
                <a:ea typeface="Georgia"/>
                <a:cs typeface="Georgia"/>
              </a:rPr>
              <a:t>Objetivos del proyecto</a:t>
            </a:r>
          </a:p>
        </p:txBody>
      </p:sp>
      <p:sp>
        <p:nvSpPr>
          <p:cNvPr id="3" name="shape-62">
            <a:extLst xmlns:a="http://schemas.openxmlformats.org/drawingml/2006/main">
              <a:ext uri="{FF2B5EF4-FFF2-40B4-BE49-F238E27FC236}">
                <a16:creationId xmlns:a16="http://schemas.microsoft.com/office/drawing/2014/main" id="{911CCB0D-FAE5-4F27-BBA5-EAADC952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5340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Alma Floral  ·  Herramientas de Desarrollo</a:t>
            </a:r>
          </a:p>
        </p:txBody>
      </p:sp>
      <p:sp>
        <p:nvSpPr>
          <p:cNvPr id="4" name="shape-63">
            <a:extLst xmlns:a="http://schemas.openxmlformats.org/drawingml/2006/main">
              <a:ext uri="{FF2B5EF4-FFF2-40B4-BE49-F238E27FC236}">
                <a16:creationId xmlns:a16="http://schemas.microsoft.com/office/drawing/2014/main" id="{72463860-640F-4FE6-8647-5544CC08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153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shape-64">
            <a:extLst xmlns:a="http://schemas.openxmlformats.org/drawingml/2006/main">
              <a:ext uri="{FF2B5EF4-FFF2-40B4-BE49-F238E27FC236}">
                <a16:creationId xmlns:a16="http://schemas.microsoft.com/office/drawing/2014/main" id="{24F98D3A-AC9C-489E-8CAD-D7B71B4F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390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A6D8B"/>
                </a:solidFill>
                <a:latin typeface="Arial"/>
                <a:ea typeface="Arial"/>
                <a:cs typeface="Arial"/>
              </a:rPr>
              <a:t>OBJETIVO GENERAL</a:t>
            </a:r>
          </a:p>
        </p:txBody>
      </p:sp>
      <p:sp>
        <p:nvSpPr>
          <p:cNvPr id="6" name="shape-65">
            <a:extLst xmlns:a="http://schemas.openxmlformats.org/drawingml/2006/main">
              <a:ext uri="{FF2B5EF4-FFF2-40B4-BE49-F238E27FC236}">
                <a16:creationId xmlns:a16="http://schemas.microsoft.com/office/drawing/2014/main" id="{62568779-9554-43CD-9372-E03BBDDC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Implementar un sistema web para mejorar las ventas de la florería Alma Floral, Lima 2026.</a:t>
            </a:r>
          </a:p>
        </p:txBody>
      </p:sp>
      <p:sp>
        <p:nvSpPr>
          <p:cNvPr id="7" name="shape-66">
            <a:extLst xmlns:a="http://schemas.openxmlformats.org/drawingml/2006/main">
              <a:ext uri="{FF2B5EF4-FFF2-40B4-BE49-F238E27FC236}">
                <a16:creationId xmlns:a16="http://schemas.microsoft.com/office/drawing/2014/main" id="{FA45179F-E7E2-4621-8E0E-2884FC0E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A6D8B"/>
                </a:solidFill>
                <a:latin typeface="Arial"/>
                <a:ea typeface="Arial"/>
                <a:cs typeface="Arial"/>
              </a:rPr>
              <a:t>OE1</a:t>
            </a:r>
          </a:p>
        </p:txBody>
      </p:sp>
      <p:sp>
        <p:nvSpPr>
          <p:cNvPr id="8" name="shape-67">
            <a:extLst xmlns:a="http://schemas.openxmlformats.org/drawingml/2006/main">
              <a:ext uri="{FF2B5EF4-FFF2-40B4-BE49-F238E27FC236}">
                <a16:creationId xmlns:a16="http://schemas.microsoft.com/office/drawing/2014/main" id="{41C6ABE3-ACCA-476B-AB6D-18F0E160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91000"/>
            <a:ext cx="1190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Centralizar el registro y control de pedidos.</a:t>
            </a:r>
          </a:p>
        </p:txBody>
      </p:sp>
      <p:sp>
        <p:nvSpPr>
          <p:cNvPr id="9" name="shape-68">
            <a:extLst xmlns:a="http://schemas.openxmlformats.org/drawingml/2006/main">
              <a:ext uri="{FF2B5EF4-FFF2-40B4-BE49-F238E27FC236}">
                <a16:creationId xmlns:a16="http://schemas.microsoft.com/office/drawing/2014/main" id="{AE1A817E-9E23-4796-9209-03A8FDC2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A6D8B"/>
                </a:solidFill>
                <a:latin typeface="Arial"/>
                <a:ea typeface="Arial"/>
                <a:cs typeface="Arial"/>
              </a:rPr>
              <a:t>OE2</a:t>
            </a:r>
          </a:p>
        </p:txBody>
      </p:sp>
      <p:sp>
        <p:nvSpPr>
          <p:cNvPr id="10" name="shape-69">
            <a:extLst xmlns:a="http://schemas.openxmlformats.org/drawingml/2006/main">
              <a:ext uri="{FF2B5EF4-FFF2-40B4-BE49-F238E27FC236}">
                <a16:creationId xmlns:a16="http://schemas.microsoft.com/office/drawing/2014/main" id="{5200BB95-821A-4AD5-A8E5-DB6FC95C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91125"/>
            <a:ext cx="1190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Mejorar la gestión y consulta digital del catálogo.</a:t>
            </a:r>
          </a:p>
        </p:txBody>
      </p:sp>
      <p:sp>
        <p:nvSpPr>
          <p:cNvPr id="11" name="shape-70">
            <a:extLst xmlns:a="http://schemas.openxmlformats.org/drawingml/2006/main">
              <a:ext uri="{FF2B5EF4-FFF2-40B4-BE49-F238E27FC236}">
                <a16:creationId xmlns:a16="http://schemas.microsoft.com/office/drawing/2014/main" id="{2361B4B4-4B84-4FCF-85C6-B71967BD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A6D8B"/>
                </a:solidFill>
                <a:latin typeface="Arial"/>
                <a:ea typeface="Arial"/>
                <a:cs typeface="Arial"/>
              </a:rPr>
              <a:t>OE3</a:t>
            </a:r>
          </a:p>
        </p:txBody>
      </p:sp>
      <p:sp>
        <p:nvSpPr>
          <p:cNvPr id="12" name="shape-71">
            <a:extLst xmlns:a="http://schemas.openxmlformats.org/drawingml/2006/main">
              <a:ext uri="{FF2B5EF4-FFF2-40B4-BE49-F238E27FC236}">
                <a16:creationId xmlns:a16="http://schemas.microsoft.com/office/drawing/2014/main" id="{6DAEB9F1-A97D-4973-BE2B-F6B627F9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191250"/>
            <a:ext cx="1190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Reducir el tiempo de registro y facilitar la atención.</a:t>
            </a:r>
          </a:p>
        </p:txBody>
      </p:sp>
    </p:spTree>
    <p:extLst>
      <p:ext uri="{BB962C8B-B14F-4D97-AF65-F5344CB8AC3E}">
        <p14:creationId xmlns:p14="http://schemas.microsoft.com/office/powerpoint/2010/main" val="19409087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hape-72">
            <a:extLst xmlns:a="http://schemas.openxmlformats.org/drawingml/2006/main">
              <a:ext uri="{FF2B5EF4-FFF2-40B4-BE49-F238E27FC236}">
                <a16:creationId xmlns:a16="http://schemas.microsoft.com/office/drawing/2014/main" id="{153E77B3-BE14-4852-AEFC-3DFB09F1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PRODUCTO DEL PROYECTO</a:t>
            </a:r>
          </a:p>
        </p:txBody>
      </p:sp>
      <p:sp>
        <p:nvSpPr>
          <p:cNvPr id="2" name="shape-73">
            <a:extLst xmlns:a="http://schemas.openxmlformats.org/drawingml/2006/main">
              <a:ext uri="{FF2B5EF4-FFF2-40B4-BE49-F238E27FC236}">
                <a16:creationId xmlns:a16="http://schemas.microsoft.com/office/drawing/2014/main" id="{E6D294FE-E8AA-4F16-8171-F3DCA1C9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14E35"/>
                </a:solidFill>
                <a:latin typeface="Georgia"/>
                <a:ea typeface="Georgia"/>
                <a:cs typeface="Georgia"/>
              </a:rPr>
              <a:t>Alcances y limitaciones</a:t>
            </a:r>
          </a:p>
        </p:txBody>
      </p:sp>
      <p:sp>
        <p:nvSpPr>
          <p:cNvPr id="3" name="shape-74">
            <a:extLst xmlns:a="http://schemas.openxmlformats.org/drawingml/2006/main">
              <a:ext uri="{FF2B5EF4-FFF2-40B4-BE49-F238E27FC236}">
                <a16:creationId xmlns:a16="http://schemas.microsoft.com/office/drawing/2014/main" id="{E5059927-C43E-4EF4-827F-528F3EC8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5340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Alma Floral  ·  Herramientas de Desarrollo</a:t>
            </a:r>
          </a:p>
        </p:txBody>
      </p:sp>
      <p:sp>
        <p:nvSpPr>
          <p:cNvPr id="4" name="shape-75">
            <a:extLst xmlns:a="http://schemas.openxmlformats.org/drawingml/2006/main">
              <a:ext uri="{FF2B5EF4-FFF2-40B4-BE49-F238E27FC236}">
                <a16:creationId xmlns:a16="http://schemas.microsoft.com/office/drawing/2014/main" id="{DD722314-2E6C-4CD9-9DE7-35BBDE34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153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shape-76">
            <a:extLst xmlns:a="http://schemas.openxmlformats.org/drawingml/2006/main">
              <a:ext uri="{FF2B5EF4-FFF2-40B4-BE49-F238E27FC236}">
                <a16:creationId xmlns:a16="http://schemas.microsoft.com/office/drawing/2014/main" id="{BBAD1C64-7EB4-4951-B7FC-8C55884F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ALCANCES</a:t>
            </a:r>
          </a:p>
        </p:txBody>
      </p:sp>
      <p:sp>
        <p:nvSpPr>
          <p:cNvPr id="6" name="shape-77">
            <a:extLst xmlns:a="http://schemas.openxmlformats.org/drawingml/2006/main">
              <a:ext uri="{FF2B5EF4-FFF2-40B4-BE49-F238E27FC236}">
                <a16:creationId xmlns:a16="http://schemas.microsoft.com/office/drawing/2014/main" id="{F68FB2AF-C2B4-42DF-A3F8-7AAF65C9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A6D8B"/>
                </a:solidFill>
                <a:latin typeface="Arial"/>
                <a:ea typeface="Arial"/>
                <a:cs typeface="Arial"/>
              </a:rPr>
              <a:t>LIMITACIONES</a:t>
            </a:r>
          </a:p>
        </p:txBody>
      </p:sp>
      <p:sp>
        <p:nvSpPr>
          <p:cNvPr id="7" name="shape-78">
            <a:extLst xmlns:a="http://schemas.openxmlformats.org/drawingml/2006/main">
              <a:ext uri="{FF2B5EF4-FFF2-40B4-BE49-F238E27FC236}">
                <a16:creationId xmlns:a16="http://schemas.microsoft.com/office/drawing/2014/main" id="{911CCA1F-1D7A-42BA-B670-C8D59A54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619125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Catálogo digital</a:t>
            </a:r>
          </a:p>
          <a:p xmlns:a="http://schemas.openxmlformats.org/drawingml/2006/main">
            <a: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Registro y consulta de pedidos</a:t>
            </a:r>
          </a:p>
          <a:p xmlns:a="http://schemas.openxmlformats.org/drawingml/2006/main">
            <a: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Panel administrativo autenticado</a:t>
            </a:r>
          </a:p>
          <a:p xmlns:a="http://schemas.openxmlformats.org/drawingml/2006/main">
            <a: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Control de productos vendibles</a:t>
            </a:r>
          </a:p>
          <a:p xmlns:a="http://schemas.openxmlformats.org/drawingml/2006/main">
            <a: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Registro y seguimiento postventa</a:t>
            </a:r>
          </a:p>
          <a:p xmlns:a="http://schemas.openxmlformats.org/drawingml/2006/main">
            <a: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Base de datos centralizada</a:t>
            </a:r>
          </a:p>
          <a:p xmlns:a="http://schemas.openxmlformats.org/drawingml/2006/main">
            <a: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Acceso desde distintos dispositivos</a:t>
            </a:r>
          </a:p>
        </p:txBody>
      </p:sp>
      <p:sp>
        <p:nvSpPr>
          <p:cNvPr id="8" name="shape-79">
            <a:extLst xmlns:a="http://schemas.openxmlformats.org/drawingml/2006/main">
              <a:ext uri="{FF2B5EF4-FFF2-40B4-BE49-F238E27FC236}">
                <a16:creationId xmlns:a16="http://schemas.microsoft.com/office/drawing/2014/main" id="{1B1A0942-3BC2-4D6E-8701-02AF8F52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14625"/>
            <a:ext cx="6191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Sin aplicación móvil nativa</a:t>
            </a:r>
          </a:p>
          <a:p xmlns:a="http://schemas.openxmlformats.org/drawingml/2006/main">
            <a:pPr algn="l">
              <a:defRPr sz="21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Sin pasarela de pagos</a:t>
            </a:r>
          </a:p>
          <a:p xmlns:a="http://schemas.openxmlformats.org/drawingml/2006/main">
            <a:pPr algn="l">
              <a:defRPr sz="21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Sin integración ERP o CRM</a:t>
            </a:r>
          </a:p>
          <a:p xmlns:a="http://schemas.openxmlformats.org/drawingml/2006/main">
            <a:pPr algn="l">
              <a:defRPr sz="21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Sin seguimiento GPS</a:t>
            </a:r>
          </a:p>
          <a:p xmlns:a="http://schemas.openxmlformats.org/drawingml/2006/main">
            <a:pPr algn="l">
              <a:defRPr sz="21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Sin recetas de insumos ni producción automática</a:t>
            </a:r>
          </a:p>
          <a:p xmlns:a="http://schemas.openxmlformats.org/drawingml/2006/main">
            <a:pPr algn="l">
              <a:defRPr sz="21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Validación manual de pago y entrega</a:t>
            </a:r>
          </a:p>
        </p:txBody>
      </p:sp>
    </p:spTree>
    <p:extLst>
      <p:ext uri="{BB962C8B-B14F-4D97-AF65-F5344CB8AC3E}">
        <p14:creationId xmlns:p14="http://schemas.microsoft.com/office/powerpoint/2010/main" val="5514608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hape-80">
            <a:extLst xmlns:a="http://schemas.openxmlformats.org/drawingml/2006/main">
              <a:ext uri="{FF2B5EF4-FFF2-40B4-BE49-F238E27FC236}">
                <a16:creationId xmlns:a16="http://schemas.microsoft.com/office/drawing/2014/main" id="{48D1E86C-BF2C-4823-B48F-95248B42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PLAN DEL PROYECTO</a:t>
            </a:r>
          </a:p>
        </p:txBody>
      </p:sp>
      <p:sp>
        <p:nvSpPr>
          <p:cNvPr id="2" name="shape-81">
            <a:extLst xmlns:a="http://schemas.openxmlformats.org/drawingml/2006/main">
              <a:ext uri="{FF2B5EF4-FFF2-40B4-BE49-F238E27FC236}">
                <a16:creationId xmlns:a16="http://schemas.microsoft.com/office/drawing/2014/main" id="{37D26931-2FAB-4C21-9568-94BC219E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14E35"/>
                </a:solidFill>
                <a:latin typeface="Georgia"/>
                <a:ea typeface="Georgia"/>
                <a:cs typeface="Georgia"/>
              </a:rPr>
              <a:t>Equipo y recursos</a:t>
            </a:r>
          </a:p>
        </p:txBody>
      </p:sp>
      <p:sp>
        <p:nvSpPr>
          <p:cNvPr id="3" name="shape-82">
            <a:extLst xmlns:a="http://schemas.openxmlformats.org/drawingml/2006/main">
              <a:ext uri="{FF2B5EF4-FFF2-40B4-BE49-F238E27FC236}">
                <a16:creationId xmlns:a16="http://schemas.microsoft.com/office/drawing/2014/main" id="{0CA30579-81F6-46B1-8388-B456A18D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5340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Alma Floral  ·  Herramientas de Desarrollo</a:t>
            </a:r>
          </a:p>
        </p:txBody>
      </p:sp>
      <p:sp>
        <p:nvSpPr>
          <p:cNvPr id="4" name="shape-83">
            <a:extLst xmlns:a="http://schemas.openxmlformats.org/drawingml/2006/main">
              <a:ext uri="{FF2B5EF4-FFF2-40B4-BE49-F238E27FC236}">
                <a16:creationId xmlns:a16="http://schemas.microsoft.com/office/drawing/2014/main" id="{21E75D40-1BAD-4931-9F31-EF8CE560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153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098C9-0B3A-4AFA-A2B2-502E11D7B09A}"/>
              </a:ext>
            </a:extLst>
          </p:cNvPr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3906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8953500"/>
              </a:tblGrid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Integrante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D0"/>
                      </a:solidFill>
                      <a:prstDash val="solid"/>
                    </a:lnL>
                    <a:lnR w="9525">
                      <a:solidFill>
                        <a:srgbClr val="CFD8D0"/>
                      </a:solidFill>
                      <a:prstDash val="solid"/>
                    </a:lnR>
                    <a:lnT w="9525">
                      <a:solidFill>
                        <a:srgbClr val="CFD8D0"/>
                      </a:solidFill>
                      <a:prstDash val="solid"/>
                    </a:lnT>
                    <a:lnB w="9525">
                      <a:solidFill>
                        <a:srgbClr val="CFD8D0"/>
                      </a:solidFill>
                      <a:prstDash val="solid"/>
                    </a:lnB>
                    <a:solidFill>
                      <a:srgbClr val="214E3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Responsabilidades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D0"/>
                      </a:solidFill>
                      <a:prstDash val="solid"/>
                    </a:lnR>
                    <a:lnT w="9525">
                      <a:solidFill>
                        <a:srgbClr val="CFD8D0"/>
                      </a:solidFill>
                      <a:prstDash val="solid"/>
                    </a:lnT>
                    <a:lnB w="9525">
                      <a:solidFill>
                        <a:srgbClr val="CFD8D0"/>
                      </a:solidFill>
                      <a:prstDash val="solid"/>
                    </a:lnB>
                    <a:solidFill>
                      <a:srgbClr val="214E35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82B"/>
                          </a:solidFill>
                          <a:latin typeface="Arial"/>
                          <a:ea typeface="Arial"/>
                          <a:cs typeface="Arial"/>
                        </a:rPr>
                        <a:t>César Sembrera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D0"/>
                      </a:solidFill>
                      <a:prstDash val="solid"/>
                    </a:lnL>
                    <a:lnR w="9525">
                      <a:solidFill>
                        <a:srgbClr val="CFD8D0"/>
                      </a:solidFill>
                      <a:prstDash val="solid"/>
                    </a:lnR>
                    <a:lnB w="9525">
                      <a:solidFill>
                        <a:srgbClr val="CFD8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82B"/>
                          </a:solidFill>
                          <a:latin typeface="Arial"/>
                          <a:ea typeface="Arial"/>
                          <a:cs typeface="Arial"/>
                        </a:rPr>
                        <a:t>Coordinación, análisis y documentación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D0"/>
                      </a:solidFill>
                      <a:prstDash val="solid"/>
                    </a:lnR>
                    <a:lnB w="9525">
                      <a:solidFill>
                        <a:srgbClr val="CFD8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82B"/>
                          </a:solidFill>
                          <a:latin typeface="Arial"/>
                          <a:ea typeface="Arial"/>
                          <a:cs typeface="Arial"/>
                        </a:rPr>
                        <a:t>Kennet Casani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D0"/>
                      </a:solidFill>
                      <a:prstDash val="solid"/>
                    </a:lnL>
                    <a:lnR w="9525">
                      <a:solidFill>
                        <a:srgbClr val="CFD8D0"/>
                      </a:solidFill>
                      <a:prstDash val="solid"/>
                    </a:lnR>
                    <a:lnB w="9525">
                      <a:solidFill>
                        <a:srgbClr val="CFD8D0"/>
                      </a:solidFill>
                      <a:prstDash val="solid"/>
                    </a:lnB>
                    <a:solidFill>
                      <a:srgbClr val="F0F4F0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82B"/>
                          </a:solidFill>
                          <a:latin typeface="Arial"/>
                          <a:ea typeface="Arial"/>
                          <a:cs typeface="Arial"/>
                        </a:rPr>
                        <a:t>Backend, datos e integración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D0"/>
                      </a:solidFill>
                      <a:prstDash val="solid"/>
                    </a:lnR>
                    <a:lnB w="9525">
                      <a:solidFill>
                        <a:srgbClr val="CFD8D0"/>
                      </a:solidFill>
                      <a:prstDash val="solid"/>
                    </a:lnB>
                    <a:solidFill>
                      <a:srgbClr val="F0F4F0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82B"/>
                          </a:solidFill>
                          <a:latin typeface="Arial"/>
                          <a:ea typeface="Arial"/>
                          <a:cs typeface="Arial"/>
                        </a:rPr>
                        <a:t>Martín Pérez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D0"/>
                      </a:solidFill>
                      <a:prstDash val="solid"/>
                    </a:lnL>
                    <a:lnR w="9525">
                      <a:solidFill>
                        <a:srgbClr val="CFD8D0"/>
                      </a:solidFill>
                      <a:prstDash val="solid"/>
                    </a:lnR>
                    <a:lnB w="9525">
                      <a:solidFill>
                        <a:srgbClr val="CFD8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82B"/>
                          </a:solidFill>
                          <a:latin typeface="Arial"/>
                          <a:ea typeface="Arial"/>
                          <a:cs typeface="Arial"/>
                        </a:rPr>
                        <a:t>Frontend y UI/UX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D0"/>
                      </a:solidFill>
                      <a:prstDash val="solid"/>
                    </a:lnR>
                    <a:lnB w="9525">
                      <a:solidFill>
                        <a:srgbClr val="CFD8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82B"/>
                          </a:solidFill>
                          <a:latin typeface="Arial"/>
                          <a:ea typeface="Arial"/>
                          <a:cs typeface="Arial"/>
                        </a:rPr>
                        <a:t>Nallely Gutierrez · U22322693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D0"/>
                      </a:solidFill>
                      <a:prstDash val="solid"/>
                    </a:lnL>
                    <a:lnR w="9525">
                      <a:solidFill>
                        <a:srgbClr val="CFD8D0"/>
                      </a:solidFill>
                      <a:prstDash val="solid"/>
                    </a:lnR>
                    <a:lnB w="9525">
                      <a:solidFill>
                        <a:srgbClr val="CFD8D0"/>
                      </a:solidFill>
                      <a:prstDash val="solid"/>
                    </a:lnB>
                    <a:solidFill>
                      <a:srgbClr val="F0F4F0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82B"/>
                          </a:solidFill>
                          <a:latin typeface="Arial"/>
                          <a:ea typeface="Arial"/>
                          <a:cs typeface="Arial"/>
                        </a:rPr>
                        <a:t>Calidad, pruebas y análisis de postventa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D0"/>
                      </a:solidFill>
                      <a:prstDash val="solid"/>
                    </a:lnR>
                    <a:lnB w="9525">
                      <a:solidFill>
                        <a:srgbClr val="CFD8D0"/>
                      </a:solidFill>
                      <a:prstDash val="solid"/>
                    </a:lnB>
                    <a:solidFill>
                      <a:srgbClr val="F0F4F0"/>
                    </a:solidFill>
                  </a:tcPr>
                </a:tc>
              </a:tr>
            </a:tbl>
          </a:graphicData>
        </a:graphic>
      </p:graphicFrame>
      <p:sp>
        <p:nvSpPr>
          <p:cNvPr id="6" name="shape-84">
            <a:extLst xmlns:a="http://schemas.openxmlformats.org/drawingml/2006/main">
              <a:ext uri="{FF2B5EF4-FFF2-40B4-BE49-F238E27FC236}">
                <a16:creationId xmlns:a16="http://schemas.microsoft.com/office/drawing/2014/main" id="{EC59DB46-A0E6-4F7B-B1E0-D06E9B99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362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Herramientas: Visual Studio 2022, C#, ASP.NET Core MVC, SQL Server Express, Figma, Chrome, Git y GitHub.</a:t>
            </a:r>
          </a:p>
        </p:txBody>
      </p:sp>
      <p:sp>
        <p:nvSpPr>
          <p:cNvPr id="7" name="shape-85">
            <a:extLst xmlns:a="http://schemas.openxmlformats.org/drawingml/2006/main">
              <a:ext uri="{FF2B5EF4-FFF2-40B4-BE49-F238E27FC236}">
                <a16:creationId xmlns:a16="http://schemas.microsoft.com/office/drawing/2014/main" id="{AA753945-82F2-40F2-B30A-F5D44A42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96125"/>
            <a:ext cx="1362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Equipos propios: Core i5 o equivalente, 8 a 16 GB RAM, SSD de 256 GB e internet estable.</a:t>
            </a:r>
          </a:p>
        </p:txBody>
      </p:sp>
    </p:spTree>
    <p:extLst>
      <p:ext uri="{BB962C8B-B14F-4D97-AF65-F5344CB8AC3E}">
        <p14:creationId xmlns:p14="http://schemas.microsoft.com/office/powerpoint/2010/main" val="9168938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hape-86">
            <a:extLst xmlns:a="http://schemas.openxmlformats.org/drawingml/2006/main">
              <a:ext uri="{FF2B5EF4-FFF2-40B4-BE49-F238E27FC236}">
                <a16:creationId xmlns:a16="http://schemas.microsoft.com/office/drawing/2014/main" id="{4CDCAF7A-5B57-45F5-B816-0FF5F5B8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PLAN DE 18 SEMANAS</a:t>
            </a:r>
          </a:p>
        </p:txBody>
      </p:sp>
      <p:sp>
        <p:nvSpPr>
          <p:cNvPr id="2" name="shape-87">
            <a:extLst xmlns:a="http://schemas.openxmlformats.org/drawingml/2006/main">
              <a:ext uri="{FF2B5EF4-FFF2-40B4-BE49-F238E27FC236}">
                <a16:creationId xmlns:a16="http://schemas.microsoft.com/office/drawing/2014/main" id="{FDF84584-4E39-4B76-890A-339585E5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14E35"/>
                </a:solidFill>
                <a:latin typeface="Georgia"/>
                <a:ea typeface="Georgia"/>
                <a:cs typeface="Georgia"/>
              </a:rPr>
              <a:t>Presupuesto estimado</a:t>
            </a:r>
          </a:p>
        </p:txBody>
      </p:sp>
      <p:sp>
        <p:nvSpPr>
          <p:cNvPr id="3" name="shape-88">
            <a:extLst xmlns:a="http://schemas.openxmlformats.org/drawingml/2006/main">
              <a:ext uri="{FF2B5EF4-FFF2-40B4-BE49-F238E27FC236}">
                <a16:creationId xmlns:a16="http://schemas.microsoft.com/office/drawing/2014/main" id="{DE50A3FA-2352-4221-BE72-F143BDDB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5340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Alma Floral  ·  Herramientas de Desarrollo</a:t>
            </a:r>
          </a:p>
        </p:txBody>
      </p:sp>
      <p:sp>
        <p:nvSpPr>
          <p:cNvPr id="4" name="shape-89">
            <a:extLst xmlns:a="http://schemas.openxmlformats.org/drawingml/2006/main">
              <a:ext uri="{FF2B5EF4-FFF2-40B4-BE49-F238E27FC236}">
                <a16:creationId xmlns:a16="http://schemas.microsoft.com/office/drawing/2014/main" id="{B6A01E81-CA91-4205-86AE-CB9A0EAF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153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8E493-2ACA-4620-9668-FCD2A66C67A6}"/>
              </a:ext>
            </a:extLst>
          </p:cNvPr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39065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0"/>
                <a:gridCol w="4381500"/>
              </a:tblGrid>
              <a:tr h="78105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Concepto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D0"/>
                      </a:solidFill>
                      <a:prstDash val="solid"/>
                    </a:lnL>
                    <a:lnR w="9525">
                      <a:solidFill>
                        <a:srgbClr val="CFD8D0"/>
                      </a:solidFill>
                      <a:prstDash val="solid"/>
                    </a:lnR>
                    <a:lnT w="9525">
                      <a:solidFill>
                        <a:srgbClr val="CFD8D0"/>
                      </a:solidFill>
                      <a:prstDash val="solid"/>
                    </a:lnT>
                    <a:lnB w="9525">
                      <a:solidFill>
                        <a:srgbClr val="CFD8D0"/>
                      </a:solidFill>
                      <a:prstDash val="solid"/>
                    </a:lnB>
                    <a:solidFill>
                      <a:srgbClr val="214E3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Importe S/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D0"/>
                      </a:solidFill>
                      <a:prstDash val="solid"/>
                    </a:lnR>
                    <a:lnT w="9525">
                      <a:solidFill>
                        <a:srgbClr val="CFD8D0"/>
                      </a:solidFill>
                      <a:prstDash val="solid"/>
                    </a:lnT>
                    <a:lnB w="9525">
                      <a:solidFill>
                        <a:srgbClr val="CFD8D0"/>
                      </a:solidFill>
                      <a:prstDash val="solid"/>
                    </a:lnB>
                    <a:solidFill>
                      <a:srgbClr val="214E35"/>
                    </a:solidFill>
                  </a:tcPr>
                </a:tc>
              </a:tr>
              <a:tr h="78105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82B"/>
                          </a:solidFill>
                          <a:latin typeface="Arial"/>
                          <a:ea typeface="Arial"/>
                          <a:cs typeface="Arial"/>
                        </a:rPr>
                        <a:t>Recursos humanos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D0"/>
                      </a:solidFill>
                      <a:prstDash val="solid"/>
                    </a:lnL>
                    <a:lnR w="9525">
                      <a:solidFill>
                        <a:srgbClr val="CFD8D0"/>
                      </a:solidFill>
                      <a:prstDash val="solid"/>
                    </a:lnR>
                    <a:lnB w="9525">
                      <a:solidFill>
                        <a:srgbClr val="CFD8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82B"/>
                          </a:solidFill>
                          <a:latin typeface="Arial"/>
                          <a:ea typeface="Arial"/>
                          <a:cs typeface="Arial"/>
                        </a:rPr>
                        <a:t>31,500.00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D0"/>
                      </a:solidFill>
                      <a:prstDash val="solid"/>
                    </a:lnR>
                    <a:lnB w="9525">
                      <a:solidFill>
                        <a:srgbClr val="CFD8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82B"/>
                          </a:solidFill>
                          <a:latin typeface="Arial"/>
                          <a:ea typeface="Arial"/>
                          <a:cs typeface="Arial"/>
                        </a:rPr>
                        <a:t>Recursos tecnológicos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D0"/>
                      </a:solidFill>
                      <a:prstDash val="solid"/>
                    </a:lnL>
                    <a:lnR w="9525">
                      <a:solidFill>
                        <a:srgbClr val="CFD8D0"/>
                      </a:solidFill>
                      <a:prstDash val="solid"/>
                    </a:lnR>
                    <a:lnB w="9525">
                      <a:solidFill>
                        <a:srgbClr val="CFD8D0"/>
                      </a:solidFill>
                      <a:prstDash val="solid"/>
                    </a:lnB>
                    <a:solidFill>
                      <a:srgbClr val="F0F4F0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82B"/>
                          </a:solidFill>
                          <a:latin typeface="Arial"/>
                          <a:ea typeface="Arial"/>
                          <a:cs typeface="Arial"/>
                        </a:rPr>
                        <a:t>340.00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D0"/>
                      </a:solidFill>
                      <a:prstDash val="solid"/>
                    </a:lnR>
                    <a:lnB w="9525">
                      <a:solidFill>
                        <a:srgbClr val="CFD8D0"/>
                      </a:solidFill>
                      <a:prstDash val="solid"/>
                    </a:lnB>
                    <a:solidFill>
                      <a:srgbClr val="F0F4F0"/>
                    </a:solidFill>
                  </a:tcPr>
                </a:tc>
              </a:tr>
              <a:tr h="78105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82B"/>
                          </a:solidFill>
                          <a:latin typeface="Arial"/>
                          <a:ea typeface="Arial"/>
                          <a:cs typeface="Arial"/>
                        </a:rPr>
                        <a:t>Costos fijos proporcionales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D0"/>
                      </a:solidFill>
                      <a:prstDash val="solid"/>
                    </a:lnL>
                    <a:lnR w="9525">
                      <a:solidFill>
                        <a:srgbClr val="CFD8D0"/>
                      </a:solidFill>
                      <a:prstDash val="solid"/>
                    </a:lnR>
                    <a:lnB w="9525">
                      <a:solidFill>
                        <a:srgbClr val="CFD8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82B"/>
                          </a:solidFill>
                          <a:latin typeface="Arial"/>
                          <a:ea typeface="Arial"/>
                          <a:cs typeface="Arial"/>
                        </a:rPr>
                        <a:t>1,530.00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D0"/>
                      </a:solidFill>
                      <a:prstDash val="solid"/>
                    </a:lnR>
                    <a:lnB w="9525">
                      <a:solidFill>
                        <a:srgbClr val="CFD8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82B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D0"/>
                      </a:solidFill>
                      <a:prstDash val="solid"/>
                    </a:lnL>
                    <a:lnR w="9525">
                      <a:solidFill>
                        <a:srgbClr val="CFD8D0"/>
                      </a:solidFill>
                      <a:prstDash val="solid"/>
                    </a:lnR>
                    <a:lnB w="9525">
                      <a:solidFill>
                        <a:srgbClr val="CFD8D0"/>
                      </a:solidFill>
                      <a:prstDash val="solid"/>
                    </a:lnB>
                    <a:solidFill>
                      <a:srgbClr val="F0F4F0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82B"/>
                          </a:solidFill>
                          <a:latin typeface="Arial"/>
                          <a:ea typeface="Arial"/>
                          <a:cs typeface="Arial"/>
                        </a:rPr>
                        <a:t>33,370.00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D0"/>
                      </a:solidFill>
                      <a:prstDash val="solid"/>
                    </a:lnR>
                    <a:lnB w="9525">
                      <a:solidFill>
                        <a:srgbClr val="CFD8D0"/>
                      </a:solidFill>
                      <a:prstDash val="solid"/>
                    </a:lnB>
                    <a:solidFill>
                      <a:srgbClr val="F0F4F0"/>
                    </a:solidFill>
                  </a:tcPr>
                </a:tc>
              </a:tr>
            </a:tbl>
          </a:graphicData>
        </a:graphic>
      </p:graphicFrame>
      <p:sp>
        <p:nvSpPr>
          <p:cNvPr id="6" name="shape-90">
            <a:extLst xmlns:a="http://schemas.openxmlformats.org/drawingml/2006/main">
              <a:ext uri="{FF2B5EF4-FFF2-40B4-BE49-F238E27FC236}">
                <a16:creationId xmlns:a16="http://schemas.microsoft.com/office/drawing/2014/main" id="{1ED6DF6F-55E3-4D45-95E8-8D09FDA0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24625"/>
            <a:ext cx="1381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Cuatro integrantes durante 18 semanas. Hosting por cinco mensualidades. Los equipos y licencias existentes no se vuelven a comprar.</a:t>
            </a:r>
          </a:p>
        </p:txBody>
      </p:sp>
      <p:sp>
        <p:nvSpPr>
          <p:cNvPr id="7" name="shape-91">
            <a:extLst xmlns:a="http://schemas.openxmlformats.org/drawingml/2006/main">
              <a:ext uri="{FF2B5EF4-FFF2-40B4-BE49-F238E27FC236}">
                <a16:creationId xmlns:a16="http://schemas.microsoft.com/office/drawing/2014/main" id="{769CF684-A3D8-43B2-981D-EA9AF84A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67625"/>
            <a:ext cx="1362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Los importes son estimaciones de planificación y valorización del esfuerzo.</a:t>
            </a:r>
          </a:p>
        </p:txBody>
      </p:sp>
    </p:spTree>
    <p:extLst>
      <p:ext uri="{BB962C8B-B14F-4D97-AF65-F5344CB8AC3E}">
        <p14:creationId xmlns:p14="http://schemas.microsoft.com/office/powerpoint/2010/main" val="9264904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5" name="shape-92">
            <a:extLst xmlns:a="http://schemas.openxmlformats.org/drawingml/2006/main">
              <a:ext uri="{FF2B5EF4-FFF2-40B4-BE49-F238E27FC236}">
                <a16:creationId xmlns:a16="http://schemas.microsoft.com/office/drawing/2014/main" id="{48D25D60-535F-4F08-AC78-31884DBE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18 SEMANAS</a:t>
            </a:r>
          </a:p>
        </p:txBody>
      </p:sp>
      <p:sp>
        <p:nvSpPr>
          <p:cNvPr id="2" name="shape-93">
            <a:extLst xmlns:a="http://schemas.openxmlformats.org/drawingml/2006/main">
              <a:ext uri="{FF2B5EF4-FFF2-40B4-BE49-F238E27FC236}">
                <a16:creationId xmlns:a16="http://schemas.microsoft.com/office/drawing/2014/main" id="{DB32646D-82A7-4A19-B209-31A1D70A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14E35"/>
                </a:solidFill>
                <a:latin typeface="Georgia"/>
                <a:ea typeface="Georgia"/>
                <a:cs typeface="Georgia"/>
              </a:rPr>
              <a:t>Cronograma del proyecto</a:t>
            </a:r>
          </a:p>
        </p:txBody>
      </p:sp>
      <p:sp>
        <p:nvSpPr>
          <p:cNvPr id="3" name="shape-94">
            <a:extLst xmlns:a="http://schemas.openxmlformats.org/drawingml/2006/main">
              <a:ext uri="{FF2B5EF4-FFF2-40B4-BE49-F238E27FC236}">
                <a16:creationId xmlns:a16="http://schemas.microsoft.com/office/drawing/2014/main" id="{F1B25914-3192-4F5F-B9B9-2CD1BA2D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5340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Alma Floral  ·  Herramientas de Desarrollo</a:t>
            </a:r>
          </a:p>
        </p:txBody>
      </p:sp>
      <p:sp>
        <p:nvSpPr>
          <p:cNvPr id="4" name="shape-95">
            <a:extLst xmlns:a="http://schemas.openxmlformats.org/drawingml/2006/main">
              <a:ext uri="{FF2B5EF4-FFF2-40B4-BE49-F238E27FC236}">
                <a16:creationId xmlns:a16="http://schemas.microsoft.com/office/drawing/2014/main" id="{ED5398E8-3820-4C6C-BCCF-0630BCFC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153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shape-96">
            <a:extLst xmlns:a="http://schemas.openxmlformats.org/drawingml/2006/main">
              <a:ext uri="{FF2B5EF4-FFF2-40B4-BE49-F238E27FC236}">
                <a16:creationId xmlns:a16="http://schemas.microsoft.com/office/drawing/2014/main" id="{F05E3656-834F-476F-927A-B2056C2D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1390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Del 14 de agosto al 17 de diciembre de 2026</a:t>
            </a:r>
          </a:p>
        </p:txBody>
      </p:sp>
      <p:sp>
        <p:nvSpPr>
          <p:cNvPr id="6" name="shape-97">
            <a:extLst xmlns:a="http://schemas.openxmlformats.org/drawingml/2006/main">
              <a:ext uri="{FF2B5EF4-FFF2-40B4-BE49-F238E27FC236}">
                <a16:creationId xmlns:a16="http://schemas.microsoft.com/office/drawing/2014/main" id="{4AC1203A-9CEE-4C32-B5FC-FE44DED8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146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shape-98">
            <a:extLst xmlns:a="http://schemas.openxmlformats.org/drawingml/2006/main">
              <a:ext uri="{FF2B5EF4-FFF2-40B4-BE49-F238E27FC236}">
                <a16:creationId xmlns:a16="http://schemas.microsoft.com/office/drawing/2014/main" id="{15512F0C-7303-456F-BD55-551A0C38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146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hape-99">
            <a:extLst xmlns:a="http://schemas.openxmlformats.org/drawingml/2006/main">
              <a:ext uri="{FF2B5EF4-FFF2-40B4-BE49-F238E27FC236}">
                <a16:creationId xmlns:a16="http://schemas.microsoft.com/office/drawing/2014/main" id="{92110CD4-811E-4A3B-8D25-E740C102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146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shape-100">
            <a:extLst xmlns:a="http://schemas.openxmlformats.org/drawingml/2006/main">
              <a:ext uri="{FF2B5EF4-FFF2-40B4-BE49-F238E27FC236}">
                <a16:creationId xmlns:a16="http://schemas.microsoft.com/office/drawing/2014/main" id="{106BB549-454C-4874-AC9F-DEEF642A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146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shape-101">
            <a:extLst xmlns:a="http://schemas.openxmlformats.org/drawingml/2006/main">
              <a:ext uri="{FF2B5EF4-FFF2-40B4-BE49-F238E27FC236}">
                <a16:creationId xmlns:a16="http://schemas.microsoft.com/office/drawing/2014/main" id="{5DD20C46-153D-481C-A766-BB3ED122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146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1" name="shape-102">
            <a:extLst xmlns:a="http://schemas.openxmlformats.org/drawingml/2006/main">
              <a:ext uri="{FF2B5EF4-FFF2-40B4-BE49-F238E27FC236}">
                <a16:creationId xmlns:a16="http://schemas.microsoft.com/office/drawing/2014/main" id="{9B5DB4A6-293A-4587-A67D-2C1D0B4A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146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2" name="shape-103">
            <a:extLst xmlns:a="http://schemas.openxmlformats.org/drawingml/2006/main">
              <a:ext uri="{FF2B5EF4-FFF2-40B4-BE49-F238E27FC236}">
                <a16:creationId xmlns:a16="http://schemas.microsoft.com/office/drawing/2014/main" id="{C1C9FB12-11B2-413F-9D9B-3B3FABB6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3" name="shape-104">
            <a:extLst xmlns:a="http://schemas.openxmlformats.org/drawingml/2006/main">
              <a:ext uri="{FF2B5EF4-FFF2-40B4-BE49-F238E27FC236}">
                <a16:creationId xmlns:a16="http://schemas.microsoft.com/office/drawing/2014/main" id="{2A7CF1AE-7B4E-4D73-8017-90AD4F8E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146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4" name="shape-105">
            <a:extLst xmlns:a="http://schemas.openxmlformats.org/drawingml/2006/main">
              <a:ext uri="{FF2B5EF4-FFF2-40B4-BE49-F238E27FC236}">
                <a16:creationId xmlns:a16="http://schemas.microsoft.com/office/drawing/2014/main" id="{CCF4D99C-06C7-4547-97AD-0ACFA0A2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5" name="shape-106">
            <a:extLst xmlns:a="http://schemas.openxmlformats.org/drawingml/2006/main">
              <a:ext uri="{FF2B5EF4-FFF2-40B4-BE49-F238E27FC236}">
                <a16:creationId xmlns:a16="http://schemas.microsoft.com/office/drawing/2014/main" id="{421D8B28-97BA-4F64-B219-5729E092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146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6" name="shape-107">
            <a:extLst xmlns:a="http://schemas.openxmlformats.org/drawingml/2006/main">
              <a:ext uri="{FF2B5EF4-FFF2-40B4-BE49-F238E27FC236}">
                <a16:creationId xmlns:a16="http://schemas.microsoft.com/office/drawing/2014/main" id="{289A11DC-60CA-4AD1-9DB2-526F85BA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146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7" name="shape-108">
            <a:extLst xmlns:a="http://schemas.openxmlformats.org/drawingml/2006/main">
              <a:ext uri="{FF2B5EF4-FFF2-40B4-BE49-F238E27FC236}">
                <a16:creationId xmlns:a16="http://schemas.microsoft.com/office/drawing/2014/main" id="{FFF902EC-9C0B-40FE-BC9F-F64E98B3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7146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8" name="shape-109">
            <a:extLst xmlns:a="http://schemas.openxmlformats.org/drawingml/2006/main">
              <a:ext uri="{FF2B5EF4-FFF2-40B4-BE49-F238E27FC236}">
                <a16:creationId xmlns:a16="http://schemas.microsoft.com/office/drawing/2014/main" id="{305FFB8A-0647-4B31-AFBC-AE96B474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7146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9" name="shape-110">
            <a:extLst xmlns:a="http://schemas.openxmlformats.org/drawingml/2006/main">
              <a:ext uri="{FF2B5EF4-FFF2-40B4-BE49-F238E27FC236}">
                <a16:creationId xmlns:a16="http://schemas.microsoft.com/office/drawing/2014/main" id="{05F8A990-7E9B-4496-B7DA-51164BD7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7146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20" name="shape-111">
            <a:extLst xmlns:a="http://schemas.openxmlformats.org/drawingml/2006/main">
              <a:ext uri="{FF2B5EF4-FFF2-40B4-BE49-F238E27FC236}">
                <a16:creationId xmlns:a16="http://schemas.microsoft.com/office/drawing/2014/main" id="{AECEFDA8-7A06-4DFA-96A7-EB82B46B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7146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21" name="shape-112">
            <a:extLst xmlns:a="http://schemas.openxmlformats.org/drawingml/2006/main">
              <a:ext uri="{FF2B5EF4-FFF2-40B4-BE49-F238E27FC236}">
                <a16:creationId xmlns:a16="http://schemas.microsoft.com/office/drawing/2014/main" id="{FDDF264F-9947-4FBD-B0CC-47D8744A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27146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22" name="shape-113">
            <a:extLst xmlns:a="http://schemas.openxmlformats.org/drawingml/2006/main">
              <a:ext uri="{FF2B5EF4-FFF2-40B4-BE49-F238E27FC236}">
                <a16:creationId xmlns:a16="http://schemas.microsoft.com/office/drawing/2014/main" id="{477B7FAA-9264-4E67-ABB0-07169CB8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7146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23" name="shape-114">
            <a:extLst xmlns:a="http://schemas.openxmlformats.org/drawingml/2006/main">
              <a:ext uri="{FF2B5EF4-FFF2-40B4-BE49-F238E27FC236}">
                <a16:creationId xmlns:a16="http://schemas.microsoft.com/office/drawing/2014/main" id="{7C2E6380-CE69-414D-AEB6-240F96F4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7146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24" name="shape-115">
            <a:extLst xmlns:a="http://schemas.openxmlformats.org/drawingml/2006/main">
              <a:ext uri="{FF2B5EF4-FFF2-40B4-BE49-F238E27FC236}">
                <a16:creationId xmlns:a16="http://schemas.microsoft.com/office/drawing/2014/main" id="{0E3CF196-A275-4492-9D36-B521EDFC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Capítulos 1 y 2</a:t>
            </a:r>
          </a:p>
        </p:txBody>
      </p:sp>
      <p:sp>
        <p:nvSpPr>
          <p:cNvPr id="25" name="shape-116">
            <a:extLst xmlns:a="http://schemas.openxmlformats.org/drawingml/2006/main">
              <a:ext uri="{FF2B5EF4-FFF2-40B4-BE49-F238E27FC236}">
                <a16:creationId xmlns:a16="http://schemas.microsoft.com/office/drawing/2014/main" id="{5EA7355E-EB52-4AB9-BF7F-3EC6949C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432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26" name="shape-117">
            <a:extLst xmlns:a="http://schemas.openxmlformats.org/drawingml/2006/main">
              <a:ext uri="{FF2B5EF4-FFF2-40B4-BE49-F238E27FC236}">
                <a16:creationId xmlns:a16="http://schemas.microsoft.com/office/drawing/2014/main" id="{CA15CA51-7BED-48F9-AA47-86DBC5EE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432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27" name="shape-118">
            <a:extLst xmlns:a="http://schemas.openxmlformats.org/drawingml/2006/main">
              <a:ext uri="{FF2B5EF4-FFF2-40B4-BE49-F238E27FC236}">
                <a16:creationId xmlns:a16="http://schemas.microsoft.com/office/drawing/2014/main" id="{2211B684-2F36-411A-8735-05787B55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28" name="shape-119">
            <a:extLst xmlns:a="http://schemas.openxmlformats.org/drawingml/2006/main">
              <a:ext uri="{FF2B5EF4-FFF2-40B4-BE49-F238E27FC236}">
                <a16:creationId xmlns:a16="http://schemas.microsoft.com/office/drawing/2014/main" id="{18738AD4-4401-4763-B356-65127020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29" name="shape-120">
            <a:extLst xmlns:a="http://schemas.openxmlformats.org/drawingml/2006/main">
              <a:ext uri="{FF2B5EF4-FFF2-40B4-BE49-F238E27FC236}">
                <a16:creationId xmlns:a16="http://schemas.microsoft.com/office/drawing/2014/main" id="{C4F4F3BE-299F-441D-B39F-D9FAF7E4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30" name="shape-121">
            <a:extLst xmlns:a="http://schemas.openxmlformats.org/drawingml/2006/main">
              <a:ext uri="{FF2B5EF4-FFF2-40B4-BE49-F238E27FC236}">
                <a16:creationId xmlns:a16="http://schemas.microsoft.com/office/drawing/2014/main" id="{75D08C00-2A95-434B-898B-E145D306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31" name="shape-122">
            <a:extLst xmlns:a="http://schemas.openxmlformats.org/drawingml/2006/main">
              <a:ext uri="{FF2B5EF4-FFF2-40B4-BE49-F238E27FC236}">
                <a16:creationId xmlns:a16="http://schemas.microsoft.com/office/drawing/2014/main" id="{65CB225B-AF37-49DB-829C-8C0E740A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432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32" name="shape-123">
            <a:extLst xmlns:a="http://schemas.openxmlformats.org/drawingml/2006/main">
              <a:ext uri="{FF2B5EF4-FFF2-40B4-BE49-F238E27FC236}">
                <a16:creationId xmlns:a16="http://schemas.microsoft.com/office/drawing/2014/main" id="{D9B920B1-5652-492D-9D25-DED4E191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33" name="shape-124">
            <a:extLst xmlns:a="http://schemas.openxmlformats.org/drawingml/2006/main">
              <a:ext uri="{FF2B5EF4-FFF2-40B4-BE49-F238E27FC236}">
                <a16:creationId xmlns:a16="http://schemas.microsoft.com/office/drawing/2014/main" id="{E7A1ED39-293F-4CF9-A1AB-3E8805F2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432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34" name="shape-125">
            <a:extLst xmlns:a="http://schemas.openxmlformats.org/drawingml/2006/main">
              <a:ext uri="{FF2B5EF4-FFF2-40B4-BE49-F238E27FC236}">
                <a16:creationId xmlns:a16="http://schemas.microsoft.com/office/drawing/2014/main" id="{0A7DEE48-83C8-4962-ACFF-0F551264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432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35" name="shape-126">
            <a:extLst xmlns:a="http://schemas.openxmlformats.org/drawingml/2006/main">
              <a:ext uri="{FF2B5EF4-FFF2-40B4-BE49-F238E27FC236}">
                <a16:creationId xmlns:a16="http://schemas.microsoft.com/office/drawing/2014/main" id="{569C7253-DCB8-4F09-9DD1-F3CD24EB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36" name="shape-127">
            <a:extLst xmlns:a="http://schemas.openxmlformats.org/drawingml/2006/main">
              <a:ext uri="{FF2B5EF4-FFF2-40B4-BE49-F238E27FC236}">
                <a16:creationId xmlns:a16="http://schemas.microsoft.com/office/drawing/2014/main" id="{1D9AF52D-313E-40CE-BA3A-97CDF943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1432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37" name="shape-128">
            <a:extLst xmlns:a="http://schemas.openxmlformats.org/drawingml/2006/main">
              <a:ext uri="{FF2B5EF4-FFF2-40B4-BE49-F238E27FC236}">
                <a16:creationId xmlns:a16="http://schemas.microsoft.com/office/drawing/2014/main" id="{156D6412-71EE-4A9C-BEAA-FED719CF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432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38" name="shape-129">
            <a:extLst xmlns:a="http://schemas.openxmlformats.org/drawingml/2006/main">
              <a:ext uri="{FF2B5EF4-FFF2-40B4-BE49-F238E27FC236}">
                <a16:creationId xmlns:a16="http://schemas.microsoft.com/office/drawing/2014/main" id="{D371FE26-A882-4262-8C85-18F779AC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1432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39" name="shape-130">
            <a:extLst xmlns:a="http://schemas.openxmlformats.org/drawingml/2006/main">
              <a:ext uri="{FF2B5EF4-FFF2-40B4-BE49-F238E27FC236}">
                <a16:creationId xmlns:a16="http://schemas.microsoft.com/office/drawing/2014/main" id="{0E2B753B-465C-461E-8FA7-8BFE1B95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1432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40" name="shape-131">
            <a:extLst xmlns:a="http://schemas.openxmlformats.org/drawingml/2006/main">
              <a:ext uri="{FF2B5EF4-FFF2-40B4-BE49-F238E27FC236}">
                <a16:creationId xmlns:a16="http://schemas.microsoft.com/office/drawing/2014/main" id="{0DCC01FD-EA6D-461B-B2E4-5791C0C8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1432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41" name="shape-132">
            <a:extLst xmlns:a="http://schemas.openxmlformats.org/drawingml/2006/main">
              <a:ext uri="{FF2B5EF4-FFF2-40B4-BE49-F238E27FC236}">
                <a16:creationId xmlns:a16="http://schemas.microsoft.com/office/drawing/2014/main" id="{42B1EEE6-04B5-4025-B054-EAC30151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31432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42" name="shape-133">
            <a:extLst xmlns:a="http://schemas.openxmlformats.org/drawingml/2006/main">
              <a:ext uri="{FF2B5EF4-FFF2-40B4-BE49-F238E27FC236}">
                <a16:creationId xmlns:a16="http://schemas.microsoft.com/office/drawing/2014/main" id="{CA499BB9-3444-43E3-9AC7-DC923560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31432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43" name="shape-134">
            <a:extLst xmlns:a="http://schemas.openxmlformats.org/drawingml/2006/main">
              <a:ext uri="{FF2B5EF4-FFF2-40B4-BE49-F238E27FC236}">
                <a16:creationId xmlns:a16="http://schemas.microsoft.com/office/drawing/2014/main" id="{75DBAE36-9A14-49E4-A1A9-DAFEC77D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209925"/>
            <a:ext cx="13620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3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4" name="shape-135">
            <a:extLst xmlns:a="http://schemas.openxmlformats.org/drawingml/2006/main">
              <a:ext uri="{FF2B5EF4-FFF2-40B4-BE49-F238E27FC236}">
                <a16:creationId xmlns:a16="http://schemas.microsoft.com/office/drawing/2014/main" id="{AE507A01-39F1-4CE8-8E96-3DD700F3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APF1</a:t>
            </a:r>
          </a:p>
        </p:txBody>
      </p:sp>
      <p:sp>
        <p:nvSpPr>
          <p:cNvPr id="45" name="shape-136">
            <a:extLst xmlns:a="http://schemas.openxmlformats.org/drawingml/2006/main">
              <a:ext uri="{FF2B5EF4-FFF2-40B4-BE49-F238E27FC236}">
                <a16:creationId xmlns:a16="http://schemas.microsoft.com/office/drawing/2014/main" id="{36D0279B-393E-477A-BF6F-3450EB69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909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46" name="shape-137">
            <a:extLst xmlns:a="http://schemas.openxmlformats.org/drawingml/2006/main">
              <a:ext uri="{FF2B5EF4-FFF2-40B4-BE49-F238E27FC236}">
                <a16:creationId xmlns:a16="http://schemas.microsoft.com/office/drawing/2014/main" id="{836C7322-85B8-4275-8DEB-A8C2E189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909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47" name="shape-138">
            <a:extLst xmlns:a="http://schemas.openxmlformats.org/drawingml/2006/main">
              <a:ext uri="{FF2B5EF4-FFF2-40B4-BE49-F238E27FC236}">
                <a16:creationId xmlns:a16="http://schemas.microsoft.com/office/drawing/2014/main" id="{DB8C1E0B-0B8A-4EDB-8308-D3BDD085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909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48" name="shape-139">
            <a:extLst xmlns:a="http://schemas.openxmlformats.org/drawingml/2006/main">
              <a:ext uri="{FF2B5EF4-FFF2-40B4-BE49-F238E27FC236}">
                <a16:creationId xmlns:a16="http://schemas.microsoft.com/office/drawing/2014/main" id="{F6E0F586-A650-4012-B594-01D8D0A1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909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49" name="shape-140">
            <a:extLst xmlns:a="http://schemas.openxmlformats.org/drawingml/2006/main">
              <a:ext uri="{FF2B5EF4-FFF2-40B4-BE49-F238E27FC236}">
                <a16:creationId xmlns:a16="http://schemas.microsoft.com/office/drawing/2014/main" id="{7F329358-AF08-4EAC-AD1A-CD8F9A67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909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50" name="shape-141">
            <a:extLst xmlns:a="http://schemas.openxmlformats.org/drawingml/2006/main">
              <a:ext uri="{FF2B5EF4-FFF2-40B4-BE49-F238E27FC236}">
                <a16:creationId xmlns:a16="http://schemas.microsoft.com/office/drawing/2014/main" id="{85BDDD12-B8B9-44E7-9C0B-A1BCCF9E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909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51" name="shape-142">
            <a:extLst xmlns:a="http://schemas.openxmlformats.org/drawingml/2006/main">
              <a:ext uri="{FF2B5EF4-FFF2-40B4-BE49-F238E27FC236}">
                <a16:creationId xmlns:a16="http://schemas.microsoft.com/office/drawing/2014/main" id="{C2E2BF95-40AA-4837-816C-E6267F59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909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52" name="shape-143">
            <a:extLst xmlns:a="http://schemas.openxmlformats.org/drawingml/2006/main">
              <a:ext uri="{FF2B5EF4-FFF2-40B4-BE49-F238E27FC236}">
                <a16:creationId xmlns:a16="http://schemas.microsoft.com/office/drawing/2014/main" id="{C02C6558-DB77-482A-A4D8-35AB937C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909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53" name="shape-144">
            <a:extLst xmlns:a="http://schemas.openxmlformats.org/drawingml/2006/main">
              <a:ext uri="{FF2B5EF4-FFF2-40B4-BE49-F238E27FC236}">
                <a16:creationId xmlns:a16="http://schemas.microsoft.com/office/drawing/2014/main" id="{8BB57633-7240-4573-B911-7F733CC0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909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54" name="shape-145">
            <a:extLst xmlns:a="http://schemas.openxmlformats.org/drawingml/2006/main">
              <a:ext uri="{FF2B5EF4-FFF2-40B4-BE49-F238E27FC236}">
                <a16:creationId xmlns:a16="http://schemas.microsoft.com/office/drawing/2014/main" id="{755EAE12-ABD3-47F9-AA72-C4E5BD5C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909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55" name="shape-146">
            <a:extLst xmlns:a="http://schemas.openxmlformats.org/drawingml/2006/main">
              <a:ext uri="{FF2B5EF4-FFF2-40B4-BE49-F238E27FC236}">
                <a16:creationId xmlns:a16="http://schemas.microsoft.com/office/drawing/2014/main" id="{D491F160-42A6-4300-B550-39197BFD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909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56" name="shape-147">
            <a:extLst xmlns:a="http://schemas.openxmlformats.org/drawingml/2006/main">
              <a:ext uri="{FF2B5EF4-FFF2-40B4-BE49-F238E27FC236}">
                <a16:creationId xmlns:a16="http://schemas.microsoft.com/office/drawing/2014/main" id="{D775B23E-5DA1-4F74-BC84-18DF7366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5909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57" name="shape-148">
            <a:extLst xmlns:a="http://schemas.openxmlformats.org/drawingml/2006/main">
              <a:ext uri="{FF2B5EF4-FFF2-40B4-BE49-F238E27FC236}">
                <a16:creationId xmlns:a16="http://schemas.microsoft.com/office/drawing/2014/main" id="{65A0B77B-BF1A-461C-884E-2D4D2A4D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909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58" name="shape-149">
            <a:extLst xmlns:a="http://schemas.openxmlformats.org/drawingml/2006/main">
              <a:ext uri="{FF2B5EF4-FFF2-40B4-BE49-F238E27FC236}">
                <a16:creationId xmlns:a16="http://schemas.microsoft.com/office/drawing/2014/main" id="{C182A9AF-63FC-4A08-B4FE-2480FE8F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5909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59" name="shape-150">
            <a:extLst xmlns:a="http://schemas.openxmlformats.org/drawingml/2006/main">
              <a:ext uri="{FF2B5EF4-FFF2-40B4-BE49-F238E27FC236}">
                <a16:creationId xmlns:a16="http://schemas.microsoft.com/office/drawing/2014/main" id="{60041B8D-A1ED-40BE-A9F3-489C6A71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5909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60" name="shape-151">
            <a:extLst xmlns:a="http://schemas.openxmlformats.org/drawingml/2006/main">
              <a:ext uri="{FF2B5EF4-FFF2-40B4-BE49-F238E27FC236}">
                <a16:creationId xmlns:a16="http://schemas.microsoft.com/office/drawing/2014/main" id="{25734636-DE0B-4933-A41E-9B10995A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5909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61" name="shape-152">
            <a:extLst xmlns:a="http://schemas.openxmlformats.org/drawingml/2006/main">
              <a:ext uri="{FF2B5EF4-FFF2-40B4-BE49-F238E27FC236}">
                <a16:creationId xmlns:a16="http://schemas.microsoft.com/office/drawing/2014/main" id="{FAEDA4AD-1F7F-4A89-940B-3494F872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35909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62" name="shape-153">
            <a:extLst xmlns:a="http://schemas.openxmlformats.org/drawingml/2006/main">
              <a:ext uri="{FF2B5EF4-FFF2-40B4-BE49-F238E27FC236}">
                <a16:creationId xmlns:a16="http://schemas.microsoft.com/office/drawing/2014/main" id="{F3A36872-FA42-417F-AB0D-B1049501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35909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63" name="shape-154">
            <a:extLst xmlns:a="http://schemas.openxmlformats.org/drawingml/2006/main">
              <a:ext uri="{FF2B5EF4-FFF2-40B4-BE49-F238E27FC236}">
                <a16:creationId xmlns:a16="http://schemas.microsoft.com/office/drawing/2014/main" id="{FD38CF07-7124-4C15-877E-63BDFDE3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657600"/>
            <a:ext cx="4095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6D8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4" name="shape-155">
            <a:extLst xmlns:a="http://schemas.openxmlformats.org/drawingml/2006/main">
              <a:ext uri="{FF2B5EF4-FFF2-40B4-BE49-F238E27FC236}">
                <a16:creationId xmlns:a16="http://schemas.microsoft.com/office/drawing/2014/main" id="{75834EF9-2597-4EFF-A64C-C95917C3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BPMN, actividades y casos de uso</a:t>
            </a:r>
          </a:p>
        </p:txBody>
      </p:sp>
      <p:sp>
        <p:nvSpPr>
          <p:cNvPr id="65" name="shape-156">
            <a:extLst xmlns:a="http://schemas.openxmlformats.org/drawingml/2006/main">
              <a:ext uri="{FF2B5EF4-FFF2-40B4-BE49-F238E27FC236}">
                <a16:creationId xmlns:a16="http://schemas.microsoft.com/office/drawing/2014/main" id="{3430C1F6-62BE-41B0-A9B2-19DE8C79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386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66" name="shape-157">
            <a:extLst xmlns:a="http://schemas.openxmlformats.org/drawingml/2006/main">
              <a:ext uri="{FF2B5EF4-FFF2-40B4-BE49-F238E27FC236}">
                <a16:creationId xmlns:a16="http://schemas.microsoft.com/office/drawing/2014/main" id="{C156FC73-10BE-4959-9D4D-E58A42C2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386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67" name="shape-158">
            <a:extLst xmlns:a="http://schemas.openxmlformats.org/drawingml/2006/main">
              <a:ext uri="{FF2B5EF4-FFF2-40B4-BE49-F238E27FC236}">
                <a16:creationId xmlns:a16="http://schemas.microsoft.com/office/drawing/2014/main" id="{CBD1BEC6-8A09-4191-A5BC-AF37EA14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68" name="shape-159">
            <a:extLst xmlns:a="http://schemas.openxmlformats.org/drawingml/2006/main">
              <a:ext uri="{FF2B5EF4-FFF2-40B4-BE49-F238E27FC236}">
                <a16:creationId xmlns:a16="http://schemas.microsoft.com/office/drawing/2014/main" id="{E8445CCF-4482-4404-99AD-A63AB649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386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69" name="shape-160">
            <a:extLst xmlns:a="http://schemas.openxmlformats.org/drawingml/2006/main">
              <a:ext uri="{FF2B5EF4-FFF2-40B4-BE49-F238E27FC236}">
                <a16:creationId xmlns:a16="http://schemas.microsoft.com/office/drawing/2014/main" id="{6ED29ABB-4B76-4F5A-ACF1-3E482642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386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70" name="shape-161">
            <a:extLst xmlns:a="http://schemas.openxmlformats.org/drawingml/2006/main">
              <a:ext uri="{FF2B5EF4-FFF2-40B4-BE49-F238E27FC236}">
                <a16:creationId xmlns:a16="http://schemas.microsoft.com/office/drawing/2014/main" id="{6D72DF14-65B7-4F92-8FB5-0B135338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71" name="shape-162">
            <a:extLst xmlns:a="http://schemas.openxmlformats.org/drawingml/2006/main">
              <a:ext uri="{FF2B5EF4-FFF2-40B4-BE49-F238E27FC236}">
                <a16:creationId xmlns:a16="http://schemas.microsoft.com/office/drawing/2014/main" id="{CF3FA4A8-5A8D-4A2E-9098-8EC14940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386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72" name="shape-163">
            <a:extLst xmlns:a="http://schemas.openxmlformats.org/drawingml/2006/main">
              <a:ext uri="{FF2B5EF4-FFF2-40B4-BE49-F238E27FC236}">
                <a16:creationId xmlns:a16="http://schemas.microsoft.com/office/drawing/2014/main" id="{36A92097-9D8F-41E7-A6C2-3FD9C3DE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386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73" name="shape-164">
            <a:extLst xmlns:a="http://schemas.openxmlformats.org/drawingml/2006/main">
              <a:ext uri="{FF2B5EF4-FFF2-40B4-BE49-F238E27FC236}">
                <a16:creationId xmlns:a16="http://schemas.microsoft.com/office/drawing/2014/main" id="{47E89444-DCC9-4428-A051-03EE9667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386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74" name="shape-165">
            <a:extLst xmlns:a="http://schemas.openxmlformats.org/drawingml/2006/main">
              <a:ext uri="{FF2B5EF4-FFF2-40B4-BE49-F238E27FC236}">
                <a16:creationId xmlns:a16="http://schemas.microsoft.com/office/drawing/2014/main" id="{2D70C7B7-8346-4DEA-99CD-A93DB991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386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75" name="shape-166">
            <a:extLst xmlns:a="http://schemas.openxmlformats.org/drawingml/2006/main">
              <a:ext uri="{FF2B5EF4-FFF2-40B4-BE49-F238E27FC236}">
                <a16:creationId xmlns:a16="http://schemas.microsoft.com/office/drawing/2014/main" id="{E0505C6A-0DAA-4BBE-ABBF-5FB54406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386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76" name="shape-167">
            <a:extLst xmlns:a="http://schemas.openxmlformats.org/drawingml/2006/main">
              <a:ext uri="{FF2B5EF4-FFF2-40B4-BE49-F238E27FC236}">
                <a16:creationId xmlns:a16="http://schemas.microsoft.com/office/drawing/2014/main" id="{7DA5CDA4-8B93-4F9D-941A-4FD0C7FE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386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77" name="shape-168">
            <a:extLst xmlns:a="http://schemas.openxmlformats.org/drawingml/2006/main">
              <a:ext uri="{FF2B5EF4-FFF2-40B4-BE49-F238E27FC236}">
                <a16:creationId xmlns:a16="http://schemas.microsoft.com/office/drawing/2014/main" id="{D35BF38A-0755-43DD-8354-039701B2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386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78" name="shape-169">
            <a:extLst xmlns:a="http://schemas.openxmlformats.org/drawingml/2006/main">
              <a:ext uri="{FF2B5EF4-FFF2-40B4-BE49-F238E27FC236}">
                <a16:creationId xmlns:a16="http://schemas.microsoft.com/office/drawing/2014/main" id="{45D25F9A-CFC7-4A1B-995B-C197878A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0386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79" name="shape-170">
            <a:extLst xmlns:a="http://schemas.openxmlformats.org/drawingml/2006/main">
              <a:ext uri="{FF2B5EF4-FFF2-40B4-BE49-F238E27FC236}">
                <a16:creationId xmlns:a16="http://schemas.microsoft.com/office/drawing/2014/main" id="{99BBD751-2E6D-43F7-9B84-159BD209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0386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80" name="shape-171">
            <a:extLst xmlns:a="http://schemas.openxmlformats.org/drawingml/2006/main">
              <a:ext uri="{FF2B5EF4-FFF2-40B4-BE49-F238E27FC236}">
                <a16:creationId xmlns:a16="http://schemas.microsoft.com/office/drawing/2014/main" id="{A6F3C4A4-375B-42FC-B065-FD95B714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0386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81" name="shape-172">
            <a:extLst xmlns:a="http://schemas.openxmlformats.org/drawingml/2006/main">
              <a:ext uri="{FF2B5EF4-FFF2-40B4-BE49-F238E27FC236}">
                <a16:creationId xmlns:a16="http://schemas.microsoft.com/office/drawing/2014/main" id="{794332A1-5ED2-4693-BB43-AE409B83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0386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82" name="shape-173">
            <a:extLst xmlns:a="http://schemas.openxmlformats.org/drawingml/2006/main">
              <a:ext uri="{FF2B5EF4-FFF2-40B4-BE49-F238E27FC236}">
                <a16:creationId xmlns:a16="http://schemas.microsoft.com/office/drawing/2014/main" id="{675EB6F9-4D3B-4CEA-B911-4D095F5C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0386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83" name="shape-174">
            <a:extLst xmlns:a="http://schemas.openxmlformats.org/drawingml/2006/main">
              <a:ext uri="{FF2B5EF4-FFF2-40B4-BE49-F238E27FC236}">
                <a16:creationId xmlns:a16="http://schemas.microsoft.com/office/drawing/2014/main" id="{2151C71F-A40D-45EC-83BA-6AB21F28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105275"/>
            <a:ext cx="13620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3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4" name="shape-175">
            <a:extLst xmlns:a="http://schemas.openxmlformats.org/drawingml/2006/main">
              <a:ext uri="{FF2B5EF4-FFF2-40B4-BE49-F238E27FC236}">
                <a16:creationId xmlns:a16="http://schemas.microsoft.com/office/drawing/2014/main" id="{8B3BB56C-F8F2-4E49-9118-B76B0AA8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86275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APF2</a:t>
            </a:r>
          </a:p>
        </p:txBody>
      </p:sp>
      <p:sp>
        <p:nvSpPr>
          <p:cNvPr id="85" name="shape-176">
            <a:extLst xmlns:a="http://schemas.openxmlformats.org/drawingml/2006/main">
              <a:ext uri="{FF2B5EF4-FFF2-40B4-BE49-F238E27FC236}">
                <a16:creationId xmlns:a16="http://schemas.microsoft.com/office/drawing/2014/main" id="{D4A5E731-D8D6-4CCF-ACCA-1C447F29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862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86" name="shape-177">
            <a:extLst xmlns:a="http://schemas.openxmlformats.org/drawingml/2006/main">
              <a:ext uri="{FF2B5EF4-FFF2-40B4-BE49-F238E27FC236}">
                <a16:creationId xmlns:a16="http://schemas.microsoft.com/office/drawing/2014/main" id="{5446B657-A3A8-4AA9-9002-400A8F71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862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87" name="shape-178">
            <a:extLst xmlns:a="http://schemas.openxmlformats.org/drawingml/2006/main">
              <a:ext uri="{FF2B5EF4-FFF2-40B4-BE49-F238E27FC236}">
                <a16:creationId xmlns:a16="http://schemas.microsoft.com/office/drawing/2014/main" id="{1F9E8E27-19A9-4365-82A4-E0AC87DD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862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88" name="shape-179">
            <a:extLst xmlns:a="http://schemas.openxmlformats.org/drawingml/2006/main">
              <a:ext uri="{FF2B5EF4-FFF2-40B4-BE49-F238E27FC236}">
                <a16:creationId xmlns:a16="http://schemas.microsoft.com/office/drawing/2014/main" id="{9E938C8C-2269-4864-AE13-CD0F2C27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862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89" name="shape-180">
            <a:extLst xmlns:a="http://schemas.openxmlformats.org/drawingml/2006/main">
              <a:ext uri="{FF2B5EF4-FFF2-40B4-BE49-F238E27FC236}">
                <a16:creationId xmlns:a16="http://schemas.microsoft.com/office/drawing/2014/main" id="{8B0512C6-611C-45F7-BAF3-C9AF0A52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862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90" name="shape-181">
            <a:extLst xmlns:a="http://schemas.openxmlformats.org/drawingml/2006/main">
              <a:ext uri="{FF2B5EF4-FFF2-40B4-BE49-F238E27FC236}">
                <a16:creationId xmlns:a16="http://schemas.microsoft.com/office/drawing/2014/main" id="{C9036ECB-4501-4840-AF85-55BEC975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862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91" name="shape-182">
            <a:extLst xmlns:a="http://schemas.openxmlformats.org/drawingml/2006/main">
              <a:ext uri="{FF2B5EF4-FFF2-40B4-BE49-F238E27FC236}">
                <a16:creationId xmlns:a16="http://schemas.microsoft.com/office/drawing/2014/main" id="{090729D4-B26A-4C2C-957F-F7104C60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862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92" name="shape-183">
            <a:extLst xmlns:a="http://schemas.openxmlformats.org/drawingml/2006/main">
              <a:ext uri="{FF2B5EF4-FFF2-40B4-BE49-F238E27FC236}">
                <a16:creationId xmlns:a16="http://schemas.microsoft.com/office/drawing/2014/main" id="{172E9C71-564E-47DE-A913-FE3ACC08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862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93" name="shape-184">
            <a:extLst xmlns:a="http://schemas.openxmlformats.org/drawingml/2006/main">
              <a:ext uri="{FF2B5EF4-FFF2-40B4-BE49-F238E27FC236}">
                <a16:creationId xmlns:a16="http://schemas.microsoft.com/office/drawing/2014/main" id="{71DE01B8-260F-48A1-967D-0CC9FA47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862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94" name="shape-185">
            <a:extLst xmlns:a="http://schemas.openxmlformats.org/drawingml/2006/main">
              <a:ext uri="{FF2B5EF4-FFF2-40B4-BE49-F238E27FC236}">
                <a16:creationId xmlns:a16="http://schemas.microsoft.com/office/drawing/2014/main" id="{E64F3F4B-63F6-4894-9CFD-91E5F2C4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862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95" name="shape-186">
            <a:extLst xmlns:a="http://schemas.openxmlformats.org/drawingml/2006/main">
              <a:ext uri="{FF2B5EF4-FFF2-40B4-BE49-F238E27FC236}">
                <a16:creationId xmlns:a16="http://schemas.microsoft.com/office/drawing/2014/main" id="{6E4B3AEA-8543-4122-9BA0-8B218DC2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862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96" name="shape-187">
            <a:extLst xmlns:a="http://schemas.openxmlformats.org/drawingml/2006/main">
              <a:ext uri="{FF2B5EF4-FFF2-40B4-BE49-F238E27FC236}">
                <a16:creationId xmlns:a16="http://schemas.microsoft.com/office/drawing/2014/main" id="{E3AEB111-B92D-4487-8AB6-A7939C6C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4862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97" name="shape-188">
            <a:extLst xmlns:a="http://schemas.openxmlformats.org/drawingml/2006/main">
              <a:ext uri="{FF2B5EF4-FFF2-40B4-BE49-F238E27FC236}">
                <a16:creationId xmlns:a16="http://schemas.microsoft.com/office/drawing/2014/main" id="{FD39ACD9-BE03-4C34-9586-E524AC42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4862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98" name="shape-189">
            <a:extLst xmlns:a="http://schemas.openxmlformats.org/drawingml/2006/main">
              <a:ext uri="{FF2B5EF4-FFF2-40B4-BE49-F238E27FC236}">
                <a16:creationId xmlns:a16="http://schemas.microsoft.com/office/drawing/2014/main" id="{8C5EEBA4-32AE-4F64-A9EA-D7C39352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4862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99" name="shape-190">
            <a:extLst xmlns:a="http://schemas.openxmlformats.org/drawingml/2006/main">
              <a:ext uri="{FF2B5EF4-FFF2-40B4-BE49-F238E27FC236}">
                <a16:creationId xmlns:a16="http://schemas.microsoft.com/office/drawing/2014/main" id="{4C1FC987-F72A-4BBD-8982-8C5F4AD2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4862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00" name="shape-191">
            <a:extLst xmlns:a="http://schemas.openxmlformats.org/drawingml/2006/main">
              <a:ext uri="{FF2B5EF4-FFF2-40B4-BE49-F238E27FC236}">
                <a16:creationId xmlns:a16="http://schemas.microsoft.com/office/drawing/2014/main" id="{EE01C2C8-5104-4081-9996-63DDC818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4862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01" name="shape-192">
            <a:extLst xmlns:a="http://schemas.openxmlformats.org/drawingml/2006/main">
              <a:ext uri="{FF2B5EF4-FFF2-40B4-BE49-F238E27FC236}">
                <a16:creationId xmlns:a16="http://schemas.microsoft.com/office/drawing/2014/main" id="{F3A60FAD-2807-4769-8F3C-A8B7198E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4862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02" name="shape-193">
            <a:extLst xmlns:a="http://schemas.openxmlformats.org/drawingml/2006/main">
              <a:ext uri="{FF2B5EF4-FFF2-40B4-BE49-F238E27FC236}">
                <a16:creationId xmlns:a16="http://schemas.microsoft.com/office/drawing/2014/main" id="{F8DC98B1-6717-4633-95A1-F4F6F7D5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4862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03" name="shape-194">
            <a:extLst xmlns:a="http://schemas.openxmlformats.org/drawingml/2006/main">
              <a:ext uri="{FF2B5EF4-FFF2-40B4-BE49-F238E27FC236}">
                <a16:creationId xmlns:a16="http://schemas.microsoft.com/office/drawing/2014/main" id="{17D16B2E-D23A-4630-B543-240203B6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552950"/>
            <a:ext cx="4095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6D8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4" name="shape-195">
            <a:extLst xmlns:a="http://schemas.openxmlformats.org/drawingml/2006/main">
              <a:ext uri="{FF2B5EF4-FFF2-40B4-BE49-F238E27FC236}">
                <a16:creationId xmlns:a16="http://schemas.microsoft.com/office/drawing/2014/main" id="{A8428FF6-4EA2-46A1-9FF7-55EA24F9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Diseño técnico y simulaciones</a:t>
            </a:r>
          </a:p>
        </p:txBody>
      </p:sp>
      <p:sp>
        <p:nvSpPr>
          <p:cNvPr id="105" name="shape-196">
            <a:extLst xmlns:a="http://schemas.openxmlformats.org/drawingml/2006/main">
              <a:ext uri="{FF2B5EF4-FFF2-40B4-BE49-F238E27FC236}">
                <a16:creationId xmlns:a16="http://schemas.microsoft.com/office/drawing/2014/main" id="{BCEB0BD5-A3AA-4A5D-8E5D-92C68E1E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339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06" name="shape-197">
            <a:extLst xmlns:a="http://schemas.openxmlformats.org/drawingml/2006/main">
              <a:ext uri="{FF2B5EF4-FFF2-40B4-BE49-F238E27FC236}">
                <a16:creationId xmlns:a16="http://schemas.microsoft.com/office/drawing/2014/main" id="{9F559F95-F2F0-45FB-A310-A7F527DB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9339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07" name="shape-198">
            <a:extLst xmlns:a="http://schemas.openxmlformats.org/drawingml/2006/main">
              <a:ext uri="{FF2B5EF4-FFF2-40B4-BE49-F238E27FC236}">
                <a16:creationId xmlns:a16="http://schemas.microsoft.com/office/drawing/2014/main" id="{3297F783-0E67-4364-AA13-C4A799B6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339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08" name="shape-199">
            <a:extLst xmlns:a="http://schemas.openxmlformats.org/drawingml/2006/main">
              <a:ext uri="{FF2B5EF4-FFF2-40B4-BE49-F238E27FC236}">
                <a16:creationId xmlns:a16="http://schemas.microsoft.com/office/drawing/2014/main" id="{A9B97EB5-86B1-4F11-A63F-456895FC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339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09" name="shape-200">
            <a:extLst xmlns:a="http://schemas.openxmlformats.org/drawingml/2006/main">
              <a:ext uri="{FF2B5EF4-FFF2-40B4-BE49-F238E27FC236}">
                <a16:creationId xmlns:a16="http://schemas.microsoft.com/office/drawing/2014/main" id="{801E764D-9A79-4A82-9B50-421AFC28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339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10" name="shape-201">
            <a:extLst xmlns:a="http://schemas.openxmlformats.org/drawingml/2006/main">
              <a:ext uri="{FF2B5EF4-FFF2-40B4-BE49-F238E27FC236}">
                <a16:creationId xmlns:a16="http://schemas.microsoft.com/office/drawing/2014/main" id="{DD63CFFA-A85B-4585-B5C2-0C5089F1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339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11" name="shape-202">
            <a:extLst xmlns:a="http://schemas.openxmlformats.org/drawingml/2006/main">
              <a:ext uri="{FF2B5EF4-FFF2-40B4-BE49-F238E27FC236}">
                <a16:creationId xmlns:a16="http://schemas.microsoft.com/office/drawing/2014/main" id="{BF196358-70D6-4A56-86E0-64FE7D1D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339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12" name="shape-203">
            <a:extLst xmlns:a="http://schemas.openxmlformats.org/drawingml/2006/main">
              <a:ext uri="{FF2B5EF4-FFF2-40B4-BE49-F238E27FC236}">
                <a16:creationId xmlns:a16="http://schemas.microsoft.com/office/drawing/2014/main" id="{BCC43775-E080-4B11-A3C4-F8B08CBC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339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13" name="shape-204">
            <a:extLst xmlns:a="http://schemas.openxmlformats.org/drawingml/2006/main">
              <a:ext uri="{FF2B5EF4-FFF2-40B4-BE49-F238E27FC236}">
                <a16:creationId xmlns:a16="http://schemas.microsoft.com/office/drawing/2014/main" id="{5587460C-D5F8-46F7-89C6-2E74F72E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339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14" name="shape-205">
            <a:extLst xmlns:a="http://schemas.openxmlformats.org/drawingml/2006/main">
              <a:ext uri="{FF2B5EF4-FFF2-40B4-BE49-F238E27FC236}">
                <a16:creationId xmlns:a16="http://schemas.microsoft.com/office/drawing/2014/main" id="{00A0CB5F-90CD-4910-96AB-E8BDD69F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339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15" name="shape-206">
            <a:extLst xmlns:a="http://schemas.openxmlformats.org/drawingml/2006/main">
              <a:ext uri="{FF2B5EF4-FFF2-40B4-BE49-F238E27FC236}">
                <a16:creationId xmlns:a16="http://schemas.microsoft.com/office/drawing/2014/main" id="{3905D68C-AAE5-4D5C-BE4D-5E9F8539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9339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16" name="shape-207">
            <a:extLst xmlns:a="http://schemas.openxmlformats.org/drawingml/2006/main">
              <a:ext uri="{FF2B5EF4-FFF2-40B4-BE49-F238E27FC236}">
                <a16:creationId xmlns:a16="http://schemas.microsoft.com/office/drawing/2014/main" id="{AA64D0E7-3130-42B0-AB19-BC01BF2C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9339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17" name="shape-208">
            <a:extLst xmlns:a="http://schemas.openxmlformats.org/drawingml/2006/main">
              <a:ext uri="{FF2B5EF4-FFF2-40B4-BE49-F238E27FC236}">
                <a16:creationId xmlns:a16="http://schemas.microsoft.com/office/drawing/2014/main" id="{5DBEFF49-B2AC-4EAB-A66B-B5A07DF9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339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18" name="shape-209">
            <a:extLst xmlns:a="http://schemas.openxmlformats.org/drawingml/2006/main">
              <a:ext uri="{FF2B5EF4-FFF2-40B4-BE49-F238E27FC236}">
                <a16:creationId xmlns:a16="http://schemas.microsoft.com/office/drawing/2014/main" id="{1688A67D-68AC-4353-81B7-D3FA41A6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9339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19" name="shape-210">
            <a:extLst xmlns:a="http://schemas.openxmlformats.org/drawingml/2006/main">
              <a:ext uri="{FF2B5EF4-FFF2-40B4-BE49-F238E27FC236}">
                <a16:creationId xmlns:a16="http://schemas.microsoft.com/office/drawing/2014/main" id="{EDF27DB9-854F-487D-9D68-A68EE7C4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339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20" name="shape-211">
            <a:extLst xmlns:a="http://schemas.openxmlformats.org/drawingml/2006/main">
              <a:ext uri="{FF2B5EF4-FFF2-40B4-BE49-F238E27FC236}">
                <a16:creationId xmlns:a16="http://schemas.microsoft.com/office/drawing/2014/main" id="{7FEA284A-9B26-4889-A962-51A6992E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9339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21" name="shape-212">
            <a:extLst xmlns:a="http://schemas.openxmlformats.org/drawingml/2006/main">
              <a:ext uri="{FF2B5EF4-FFF2-40B4-BE49-F238E27FC236}">
                <a16:creationId xmlns:a16="http://schemas.microsoft.com/office/drawing/2014/main" id="{77CC5C02-E3D0-4AC3-8519-86346B91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9339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22" name="shape-213">
            <a:extLst xmlns:a="http://schemas.openxmlformats.org/drawingml/2006/main">
              <a:ext uri="{FF2B5EF4-FFF2-40B4-BE49-F238E27FC236}">
                <a16:creationId xmlns:a16="http://schemas.microsoft.com/office/drawing/2014/main" id="{07A57824-70DA-4E11-B4E1-24543F9E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9339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23" name="shape-214">
            <a:extLst xmlns:a="http://schemas.openxmlformats.org/drawingml/2006/main">
              <a:ext uri="{FF2B5EF4-FFF2-40B4-BE49-F238E27FC236}">
                <a16:creationId xmlns:a16="http://schemas.microsoft.com/office/drawing/2014/main" id="{EDFDB2C4-477D-4C08-AF01-1CFA719C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5000625"/>
            <a:ext cx="13620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3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4" name="shape-215">
            <a:extLst xmlns:a="http://schemas.openxmlformats.org/drawingml/2006/main">
              <a:ext uri="{FF2B5EF4-FFF2-40B4-BE49-F238E27FC236}">
                <a16:creationId xmlns:a16="http://schemas.microsoft.com/office/drawing/2014/main" id="{E4BA4228-DE6E-4B41-8409-D3D07442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APF3</a:t>
            </a:r>
          </a:p>
        </p:txBody>
      </p:sp>
      <p:sp>
        <p:nvSpPr>
          <p:cNvPr id="125" name="shape-216">
            <a:extLst xmlns:a="http://schemas.openxmlformats.org/drawingml/2006/main">
              <a:ext uri="{FF2B5EF4-FFF2-40B4-BE49-F238E27FC236}">
                <a16:creationId xmlns:a16="http://schemas.microsoft.com/office/drawing/2014/main" id="{34770522-230E-4E10-B7CF-7498E038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3816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26" name="shape-217">
            <a:extLst xmlns:a="http://schemas.openxmlformats.org/drawingml/2006/main">
              <a:ext uri="{FF2B5EF4-FFF2-40B4-BE49-F238E27FC236}">
                <a16:creationId xmlns:a16="http://schemas.microsoft.com/office/drawing/2014/main" id="{887E8B72-15EB-4774-9098-B99363F9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3816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27" name="shape-218">
            <a:extLst xmlns:a="http://schemas.openxmlformats.org/drawingml/2006/main">
              <a:ext uri="{FF2B5EF4-FFF2-40B4-BE49-F238E27FC236}">
                <a16:creationId xmlns:a16="http://schemas.microsoft.com/office/drawing/2014/main" id="{81E1861F-125C-46A3-BEC7-EA7A7E91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816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28" name="shape-219">
            <a:extLst xmlns:a="http://schemas.openxmlformats.org/drawingml/2006/main">
              <a:ext uri="{FF2B5EF4-FFF2-40B4-BE49-F238E27FC236}">
                <a16:creationId xmlns:a16="http://schemas.microsoft.com/office/drawing/2014/main" id="{15C1D989-8462-4BE2-BA9F-63C65B99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816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29" name="shape-220">
            <a:extLst xmlns:a="http://schemas.openxmlformats.org/drawingml/2006/main">
              <a:ext uri="{FF2B5EF4-FFF2-40B4-BE49-F238E27FC236}">
                <a16:creationId xmlns:a16="http://schemas.microsoft.com/office/drawing/2014/main" id="{A8A24FE2-0059-4830-A9D8-D0DC12B7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3816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30" name="shape-221">
            <a:extLst xmlns:a="http://schemas.openxmlformats.org/drawingml/2006/main">
              <a:ext uri="{FF2B5EF4-FFF2-40B4-BE49-F238E27FC236}">
                <a16:creationId xmlns:a16="http://schemas.microsoft.com/office/drawing/2014/main" id="{0F09EA7D-D813-4BFC-9453-9AD0C555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816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31" name="shape-222">
            <a:extLst xmlns:a="http://schemas.openxmlformats.org/drawingml/2006/main">
              <a:ext uri="{FF2B5EF4-FFF2-40B4-BE49-F238E27FC236}">
                <a16:creationId xmlns:a16="http://schemas.microsoft.com/office/drawing/2014/main" id="{542A1419-8613-4550-98AC-0C5923DF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816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32" name="shape-223">
            <a:extLst xmlns:a="http://schemas.openxmlformats.org/drawingml/2006/main">
              <a:ext uri="{FF2B5EF4-FFF2-40B4-BE49-F238E27FC236}">
                <a16:creationId xmlns:a16="http://schemas.microsoft.com/office/drawing/2014/main" id="{3F6FAD64-E8C7-4A77-913B-6364AA7B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816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33" name="shape-224">
            <a:extLst xmlns:a="http://schemas.openxmlformats.org/drawingml/2006/main">
              <a:ext uri="{FF2B5EF4-FFF2-40B4-BE49-F238E27FC236}">
                <a16:creationId xmlns:a16="http://schemas.microsoft.com/office/drawing/2014/main" id="{98EC9D53-52E1-4808-83D2-C1D5ADF8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3816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34" name="shape-225">
            <a:extLst xmlns:a="http://schemas.openxmlformats.org/drawingml/2006/main">
              <a:ext uri="{FF2B5EF4-FFF2-40B4-BE49-F238E27FC236}">
                <a16:creationId xmlns:a16="http://schemas.microsoft.com/office/drawing/2014/main" id="{99C132D0-6C10-426F-B6B1-62C122E1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3816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35" name="shape-226">
            <a:extLst xmlns:a="http://schemas.openxmlformats.org/drawingml/2006/main">
              <a:ext uri="{FF2B5EF4-FFF2-40B4-BE49-F238E27FC236}">
                <a16:creationId xmlns:a16="http://schemas.microsoft.com/office/drawing/2014/main" id="{C19C2A22-820B-446A-8ABF-9FEA4683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816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36" name="shape-227">
            <a:extLst xmlns:a="http://schemas.openxmlformats.org/drawingml/2006/main">
              <a:ext uri="{FF2B5EF4-FFF2-40B4-BE49-F238E27FC236}">
                <a16:creationId xmlns:a16="http://schemas.microsoft.com/office/drawing/2014/main" id="{AFDD636F-1921-455E-ABD1-82D83A79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816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37" name="shape-228">
            <a:extLst xmlns:a="http://schemas.openxmlformats.org/drawingml/2006/main">
              <a:ext uri="{FF2B5EF4-FFF2-40B4-BE49-F238E27FC236}">
                <a16:creationId xmlns:a16="http://schemas.microsoft.com/office/drawing/2014/main" id="{20E41D73-FBAC-4BCC-BD26-395477FA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3816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38" name="shape-229">
            <a:extLst xmlns:a="http://schemas.openxmlformats.org/drawingml/2006/main">
              <a:ext uri="{FF2B5EF4-FFF2-40B4-BE49-F238E27FC236}">
                <a16:creationId xmlns:a16="http://schemas.microsoft.com/office/drawing/2014/main" id="{B3A3A0F5-3205-44DD-911B-B09D18A8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3816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39" name="shape-230">
            <a:extLst xmlns:a="http://schemas.openxmlformats.org/drawingml/2006/main">
              <a:ext uri="{FF2B5EF4-FFF2-40B4-BE49-F238E27FC236}">
                <a16:creationId xmlns:a16="http://schemas.microsoft.com/office/drawing/2014/main" id="{8341D5D1-48A9-4AB7-B1F2-B610712A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3816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40" name="shape-231">
            <a:extLst xmlns:a="http://schemas.openxmlformats.org/drawingml/2006/main">
              <a:ext uri="{FF2B5EF4-FFF2-40B4-BE49-F238E27FC236}">
                <a16:creationId xmlns:a16="http://schemas.microsoft.com/office/drawing/2014/main" id="{6763BFD7-0480-47B6-8D6E-4E390D4C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3816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41" name="shape-232">
            <a:extLst xmlns:a="http://schemas.openxmlformats.org/drawingml/2006/main">
              <a:ext uri="{FF2B5EF4-FFF2-40B4-BE49-F238E27FC236}">
                <a16:creationId xmlns:a16="http://schemas.microsoft.com/office/drawing/2014/main" id="{2BFA0AA3-8E67-4F6D-A025-A6A53A0B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53816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42" name="shape-233">
            <a:extLst xmlns:a="http://schemas.openxmlformats.org/drawingml/2006/main">
              <a:ext uri="{FF2B5EF4-FFF2-40B4-BE49-F238E27FC236}">
                <a16:creationId xmlns:a16="http://schemas.microsoft.com/office/drawing/2014/main" id="{E908C8D1-885D-4FBA-B8F2-3478690E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538162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43" name="shape-234">
            <a:extLst xmlns:a="http://schemas.openxmlformats.org/drawingml/2006/main">
              <a:ext uri="{FF2B5EF4-FFF2-40B4-BE49-F238E27FC236}">
                <a16:creationId xmlns:a16="http://schemas.microsoft.com/office/drawing/2014/main" id="{A5D4D08D-E653-4F68-83D8-1852783E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5448300"/>
            <a:ext cx="4095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6D8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4" name="shape-235">
            <a:extLst xmlns:a="http://schemas.openxmlformats.org/drawingml/2006/main">
              <a:ext uri="{FF2B5EF4-FFF2-40B4-BE49-F238E27FC236}">
                <a16:creationId xmlns:a16="http://schemas.microsoft.com/office/drawing/2014/main" id="{8CD0EEF9-BE9D-447E-99D4-6E0E584B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Construcción e integración</a:t>
            </a:r>
          </a:p>
        </p:txBody>
      </p:sp>
      <p:sp>
        <p:nvSpPr>
          <p:cNvPr id="145" name="shape-236">
            <a:extLst xmlns:a="http://schemas.openxmlformats.org/drawingml/2006/main">
              <a:ext uri="{FF2B5EF4-FFF2-40B4-BE49-F238E27FC236}">
                <a16:creationId xmlns:a16="http://schemas.microsoft.com/office/drawing/2014/main" id="{6F8494FF-1B65-4523-BECC-8A3E3C9E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8293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46" name="shape-237">
            <a:extLst xmlns:a="http://schemas.openxmlformats.org/drawingml/2006/main">
              <a:ext uri="{FF2B5EF4-FFF2-40B4-BE49-F238E27FC236}">
                <a16:creationId xmlns:a16="http://schemas.microsoft.com/office/drawing/2014/main" id="{6B21D893-1E02-4380-86B7-84818B78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8293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47" name="shape-238">
            <a:extLst xmlns:a="http://schemas.openxmlformats.org/drawingml/2006/main">
              <a:ext uri="{FF2B5EF4-FFF2-40B4-BE49-F238E27FC236}">
                <a16:creationId xmlns:a16="http://schemas.microsoft.com/office/drawing/2014/main" id="{F4BAC997-D5F0-42DF-B7C8-54FECEF8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8293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48" name="shape-239">
            <a:extLst xmlns:a="http://schemas.openxmlformats.org/drawingml/2006/main">
              <a:ext uri="{FF2B5EF4-FFF2-40B4-BE49-F238E27FC236}">
                <a16:creationId xmlns:a16="http://schemas.microsoft.com/office/drawing/2014/main" id="{D89F124B-0F05-4483-B2EC-C319820C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8293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49" name="shape-240">
            <a:extLst xmlns:a="http://schemas.openxmlformats.org/drawingml/2006/main">
              <a:ext uri="{FF2B5EF4-FFF2-40B4-BE49-F238E27FC236}">
                <a16:creationId xmlns:a16="http://schemas.microsoft.com/office/drawing/2014/main" id="{765B9930-AE13-4349-88E4-A926E968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8293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50" name="shape-241">
            <a:extLst xmlns:a="http://schemas.openxmlformats.org/drawingml/2006/main">
              <a:ext uri="{FF2B5EF4-FFF2-40B4-BE49-F238E27FC236}">
                <a16:creationId xmlns:a16="http://schemas.microsoft.com/office/drawing/2014/main" id="{0EE2B422-24FF-4962-A8C6-4BDD464B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293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51" name="shape-242">
            <a:extLst xmlns:a="http://schemas.openxmlformats.org/drawingml/2006/main">
              <a:ext uri="{FF2B5EF4-FFF2-40B4-BE49-F238E27FC236}">
                <a16:creationId xmlns:a16="http://schemas.microsoft.com/office/drawing/2014/main" id="{21BE0847-B50C-43A7-B1EC-0F4F423E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8293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52" name="shape-243">
            <a:extLst xmlns:a="http://schemas.openxmlformats.org/drawingml/2006/main">
              <a:ext uri="{FF2B5EF4-FFF2-40B4-BE49-F238E27FC236}">
                <a16:creationId xmlns:a16="http://schemas.microsoft.com/office/drawing/2014/main" id="{7994186D-EC1C-492E-86AF-A92793F6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293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53" name="shape-244">
            <a:extLst xmlns:a="http://schemas.openxmlformats.org/drawingml/2006/main">
              <a:ext uri="{FF2B5EF4-FFF2-40B4-BE49-F238E27FC236}">
                <a16:creationId xmlns:a16="http://schemas.microsoft.com/office/drawing/2014/main" id="{BD5961AC-DC9B-4FBA-8CE8-FE1858DA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8293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54" name="shape-245">
            <a:extLst xmlns:a="http://schemas.openxmlformats.org/drawingml/2006/main">
              <a:ext uri="{FF2B5EF4-FFF2-40B4-BE49-F238E27FC236}">
                <a16:creationId xmlns:a16="http://schemas.microsoft.com/office/drawing/2014/main" id="{C68A1940-042E-4C6D-9BFE-B8337095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8293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55" name="shape-246">
            <a:extLst xmlns:a="http://schemas.openxmlformats.org/drawingml/2006/main">
              <a:ext uri="{FF2B5EF4-FFF2-40B4-BE49-F238E27FC236}">
                <a16:creationId xmlns:a16="http://schemas.microsoft.com/office/drawing/2014/main" id="{82146A69-82FA-458D-8729-2C189B33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8293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56" name="shape-247">
            <a:extLst xmlns:a="http://schemas.openxmlformats.org/drawingml/2006/main">
              <a:ext uri="{FF2B5EF4-FFF2-40B4-BE49-F238E27FC236}">
                <a16:creationId xmlns:a16="http://schemas.microsoft.com/office/drawing/2014/main" id="{567CE6F5-6C51-4BBE-BE07-20BE7726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8293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57" name="shape-248">
            <a:extLst xmlns:a="http://schemas.openxmlformats.org/drawingml/2006/main">
              <a:ext uri="{FF2B5EF4-FFF2-40B4-BE49-F238E27FC236}">
                <a16:creationId xmlns:a16="http://schemas.microsoft.com/office/drawing/2014/main" id="{BA5BA294-A70A-4D10-9F68-93AEEF31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293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58" name="shape-249">
            <a:extLst xmlns:a="http://schemas.openxmlformats.org/drawingml/2006/main">
              <a:ext uri="{FF2B5EF4-FFF2-40B4-BE49-F238E27FC236}">
                <a16:creationId xmlns:a16="http://schemas.microsoft.com/office/drawing/2014/main" id="{516160AE-761A-44C5-80A8-D1BD6665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8293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59" name="shape-250">
            <a:extLst xmlns:a="http://schemas.openxmlformats.org/drawingml/2006/main">
              <a:ext uri="{FF2B5EF4-FFF2-40B4-BE49-F238E27FC236}">
                <a16:creationId xmlns:a16="http://schemas.microsoft.com/office/drawing/2014/main" id="{D7FDA60E-17A6-42BC-9CCF-7D1F3A7D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8293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60" name="shape-251">
            <a:extLst xmlns:a="http://schemas.openxmlformats.org/drawingml/2006/main">
              <a:ext uri="{FF2B5EF4-FFF2-40B4-BE49-F238E27FC236}">
                <a16:creationId xmlns:a16="http://schemas.microsoft.com/office/drawing/2014/main" id="{58654844-DADA-4A3D-A87C-AB2DCD2C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8293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61" name="shape-252">
            <a:extLst xmlns:a="http://schemas.openxmlformats.org/drawingml/2006/main">
              <a:ext uri="{FF2B5EF4-FFF2-40B4-BE49-F238E27FC236}">
                <a16:creationId xmlns:a16="http://schemas.microsoft.com/office/drawing/2014/main" id="{96356A4C-5765-4BB7-8484-53057D0E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58293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62" name="shape-253">
            <a:extLst xmlns:a="http://schemas.openxmlformats.org/drawingml/2006/main">
              <a:ext uri="{FF2B5EF4-FFF2-40B4-BE49-F238E27FC236}">
                <a16:creationId xmlns:a16="http://schemas.microsoft.com/office/drawing/2014/main" id="{2C6CD144-6AE1-4701-A758-CBCE17B6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582930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63" name="shape-254">
            <a:extLst xmlns:a="http://schemas.openxmlformats.org/drawingml/2006/main">
              <a:ext uri="{FF2B5EF4-FFF2-40B4-BE49-F238E27FC236}">
                <a16:creationId xmlns:a16="http://schemas.microsoft.com/office/drawing/2014/main" id="{6DD0A04C-CE36-4414-A934-6DE9A806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5895975"/>
            <a:ext cx="13620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3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4" name="shape-255">
            <a:extLst xmlns:a="http://schemas.openxmlformats.org/drawingml/2006/main">
              <a:ext uri="{FF2B5EF4-FFF2-40B4-BE49-F238E27FC236}">
                <a16:creationId xmlns:a16="http://schemas.microsoft.com/office/drawing/2014/main" id="{96E0B003-0C09-4917-B389-5038B7AF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Pruebas y correcciones</a:t>
            </a:r>
          </a:p>
        </p:txBody>
      </p:sp>
      <p:sp>
        <p:nvSpPr>
          <p:cNvPr id="165" name="shape-256">
            <a:extLst xmlns:a="http://schemas.openxmlformats.org/drawingml/2006/main">
              <a:ext uri="{FF2B5EF4-FFF2-40B4-BE49-F238E27FC236}">
                <a16:creationId xmlns:a16="http://schemas.microsoft.com/office/drawing/2014/main" id="{BEBB6179-738A-4BC7-8F20-5CA663B0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2769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66" name="shape-257">
            <a:extLst xmlns:a="http://schemas.openxmlformats.org/drawingml/2006/main">
              <a:ext uri="{FF2B5EF4-FFF2-40B4-BE49-F238E27FC236}">
                <a16:creationId xmlns:a16="http://schemas.microsoft.com/office/drawing/2014/main" id="{D6CD8A94-6537-425C-BCF3-4D0C8880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2769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67" name="shape-258">
            <a:extLst xmlns:a="http://schemas.openxmlformats.org/drawingml/2006/main">
              <a:ext uri="{FF2B5EF4-FFF2-40B4-BE49-F238E27FC236}">
                <a16:creationId xmlns:a16="http://schemas.microsoft.com/office/drawing/2014/main" id="{B22D7342-E30F-4D32-8B8C-D8518263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2769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68" name="shape-259">
            <a:extLst xmlns:a="http://schemas.openxmlformats.org/drawingml/2006/main">
              <a:ext uri="{FF2B5EF4-FFF2-40B4-BE49-F238E27FC236}">
                <a16:creationId xmlns:a16="http://schemas.microsoft.com/office/drawing/2014/main" id="{9733B51E-3E64-4B32-8478-DA652886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2769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69" name="shape-260">
            <a:extLst xmlns:a="http://schemas.openxmlformats.org/drawingml/2006/main">
              <a:ext uri="{FF2B5EF4-FFF2-40B4-BE49-F238E27FC236}">
                <a16:creationId xmlns:a16="http://schemas.microsoft.com/office/drawing/2014/main" id="{FDB939BC-B127-43FB-A4D2-ECBDDEE3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2769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70" name="shape-261">
            <a:extLst xmlns:a="http://schemas.openxmlformats.org/drawingml/2006/main">
              <a:ext uri="{FF2B5EF4-FFF2-40B4-BE49-F238E27FC236}">
                <a16:creationId xmlns:a16="http://schemas.microsoft.com/office/drawing/2014/main" id="{43B39911-68C9-4BD7-8A47-CCF5C7AD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2769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71" name="shape-262">
            <a:extLst xmlns:a="http://schemas.openxmlformats.org/drawingml/2006/main">
              <a:ext uri="{FF2B5EF4-FFF2-40B4-BE49-F238E27FC236}">
                <a16:creationId xmlns:a16="http://schemas.microsoft.com/office/drawing/2014/main" id="{C16DF649-6288-4509-A5DB-7E565177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2769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72" name="shape-263">
            <a:extLst xmlns:a="http://schemas.openxmlformats.org/drawingml/2006/main">
              <a:ext uri="{FF2B5EF4-FFF2-40B4-BE49-F238E27FC236}">
                <a16:creationId xmlns:a16="http://schemas.microsoft.com/office/drawing/2014/main" id="{FB38B116-63CA-423D-B612-6CFE7EFB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769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73" name="shape-264">
            <a:extLst xmlns:a="http://schemas.openxmlformats.org/drawingml/2006/main">
              <a:ext uri="{FF2B5EF4-FFF2-40B4-BE49-F238E27FC236}">
                <a16:creationId xmlns:a16="http://schemas.microsoft.com/office/drawing/2014/main" id="{FB9ABCCE-3B3C-484F-A6FE-83DCFD88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2769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74" name="shape-265">
            <a:extLst xmlns:a="http://schemas.openxmlformats.org/drawingml/2006/main">
              <a:ext uri="{FF2B5EF4-FFF2-40B4-BE49-F238E27FC236}">
                <a16:creationId xmlns:a16="http://schemas.microsoft.com/office/drawing/2014/main" id="{462C67F0-A2B2-4B7D-A582-975746E0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769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75" name="shape-266">
            <a:extLst xmlns:a="http://schemas.openxmlformats.org/drawingml/2006/main">
              <a:ext uri="{FF2B5EF4-FFF2-40B4-BE49-F238E27FC236}">
                <a16:creationId xmlns:a16="http://schemas.microsoft.com/office/drawing/2014/main" id="{57905878-C335-4F0D-A303-EFC54F68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769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76" name="shape-267">
            <a:extLst xmlns:a="http://schemas.openxmlformats.org/drawingml/2006/main">
              <a:ext uri="{FF2B5EF4-FFF2-40B4-BE49-F238E27FC236}">
                <a16:creationId xmlns:a16="http://schemas.microsoft.com/office/drawing/2014/main" id="{2DDD0CAF-20A7-4ECB-A85A-C7641961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769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77" name="shape-268">
            <a:extLst xmlns:a="http://schemas.openxmlformats.org/drawingml/2006/main">
              <a:ext uri="{FF2B5EF4-FFF2-40B4-BE49-F238E27FC236}">
                <a16:creationId xmlns:a16="http://schemas.microsoft.com/office/drawing/2014/main" id="{24BB7D9C-63E8-4AC6-9A45-E69AF31D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769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78" name="shape-269">
            <a:extLst xmlns:a="http://schemas.openxmlformats.org/drawingml/2006/main">
              <a:ext uri="{FF2B5EF4-FFF2-40B4-BE49-F238E27FC236}">
                <a16:creationId xmlns:a16="http://schemas.microsoft.com/office/drawing/2014/main" id="{6F0108B8-074D-464A-9BFA-B98FB9CE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2769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79" name="shape-270">
            <a:extLst xmlns:a="http://schemas.openxmlformats.org/drawingml/2006/main">
              <a:ext uri="{FF2B5EF4-FFF2-40B4-BE49-F238E27FC236}">
                <a16:creationId xmlns:a16="http://schemas.microsoft.com/office/drawing/2014/main" id="{B41A4AC1-C57A-444F-9568-A7494A58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2769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80" name="shape-271">
            <a:extLst xmlns:a="http://schemas.openxmlformats.org/drawingml/2006/main">
              <a:ext uri="{FF2B5EF4-FFF2-40B4-BE49-F238E27FC236}">
                <a16:creationId xmlns:a16="http://schemas.microsoft.com/office/drawing/2014/main" id="{A05564A4-7455-4B68-8FBA-A93F8D14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2769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81" name="shape-272">
            <a:extLst xmlns:a="http://schemas.openxmlformats.org/drawingml/2006/main">
              <a:ext uri="{FF2B5EF4-FFF2-40B4-BE49-F238E27FC236}">
                <a16:creationId xmlns:a16="http://schemas.microsoft.com/office/drawing/2014/main" id="{E23256F3-F068-4E95-9E40-B0A93925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62769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82" name="shape-273">
            <a:extLst xmlns:a="http://schemas.openxmlformats.org/drawingml/2006/main">
              <a:ext uri="{FF2B5EF4-FFF2-40B4-BE49-F238E27FC236}">
                <a16:creationId xmlns:a16="http://schemas.microsoft.com/office/drawing/2014/main" id="{F722013F-727A-4EDB-91D1-10DFE2C6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6276975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83" name="shape-274">
            <a:extLst xmlns:a="http://schemas.openxmlformats.org/drawingml/2006/main">
              <a:ext uri="{FF2B5EF4-FFF2-40B4-BE49-F238E27FC236}">
                <a16:creationId xmlns:a16="http://schemas.microsoft.com/office/drawing/2014/main" id="{321ED2D4-1BE8-49AE-A607-A1C036FD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75" y="6343650"/>
            <a:ext cx="13620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3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4" name="shape-275">
            <a:extLst xmlns:a="http://schemas.openxmlformats.org/drawingml/2006/main">
              <a:ext uri="{FF2B5EF4-FFF2-40B4-BE49-F238E27FC236}">
                <a16:creationId xmlns:a16="http://schemas.microsoft.com/office/drawing/2014/main" id="{E7996DCD-16B6-4D3F-946D-E0607DB5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246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Presentación final</a:t>
            </a:r>
          </a:p>
        </p:txBody>
      </p:sp>
      <p:sp>
        <p:nvSpPr>
          <p:cNvPr id="185" name="shape-276">
            <a:extLst xmlns:a="http://schemas.openxmlformats.org/drawingml/2006/main">
              <a:ext uri="{FF2B5EF4-FFF2-40B4-BE49-F238E27FC236}">
                <a16:creationId xmlns:a16="http://schemas.microsoft.com/office/drawing/2014/main" id="{0FC44822-FB32-46BD-9164-43695ED0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7246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86" name="shape-277">
            <a:extLst xmlns:a="http://schemas.openxmlformats.org/drawingml/2006/main">
              <a:ext uri="{FF2B5EF4-FFF2-40B4-BE49-F238E27FC236}">
                <a16:creationId xmlns:a16="http://schemas.microsoft.com/office/drawing/2014/main" id="{2448B0BA-C04C-41B8-81D0-DC004997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7246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87" name="shape-278">
            <a:extLst xmlns:a="http://schemas.openxmlformats.org/drawingml/2006/main">
              <a:ext uri="{FF2B5EF4-FFF2-40B4-BE49-F238E27FC236}">
                <a16:creationId xmlns:a16="http://schemas.microsoft.com/office/drawing/2014/main" id="{F9AD87D6-7BDB-45C0-BCE9-11B55EED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7246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88" name="shape-279">
            <a:extLst xmlns:a="http://schemas.openxmlformats.org/drawingml/2006/main">
              <a:ext uri="{FF2B5EF4-FFF2-40B4-BE49-F238E27FC236}">
                <a16:creationId xmlns:a16="http://schemas.microsoft.com/office/drawing/2014/main" id="{39B1B167-8C44-4164-A53A-EB504020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7246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89" name="shape-280">
            <a:extLst xmlns:a="http://schemas.openxmlformats.org/drawingml/2006/main">
              <a:ext uri="{FF2B5EF4-FFF2-40B4-BE49-F238E27FC236}">
                <a16:creationId xmlns:a16="http://schemas.microsoft.com/office/drawing/2014/main" id="{E4C31A3E-E3FA-4410-BD76-C4274111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7246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90" name="shape-281">
            <a:extLst xmlns:a="http://schemas.openxmlformats.org/drawingml/2006/main">
              <a:ext uri="{FF2B5EF4-FFF2-40B4-BE49-F238E27FC236}">
                <a16:creationId xmlns:a16="http://schemas.microsoft.com/office/drawing/2014/main" id="{E51F1CD7-FBB6-404B-B001-6028B398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7246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91" name="shape-282">
            <a:extLst xmlns:a="http://schemas.openxmlformats.org/drawingml/2006/main">
              <a:ext uri="{FF2B5EF4-FFF2-40B4-BE49-F238E27FC236}">
                <a16:creationId xmlns:a16="http://schemas.microsoft.com/office/drawing/2014/main" id="{6FF561D9-ED4C-47DA-BA73-99C9BFD6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7246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92" name="shape-283">
            <a:extLst xmlns:a="http://schemas.openxmlformats.org/drawingml/2006/main">
              <a:ext uri="{FF2B5EF4-FFF2-40B4-BE49-F238E27FC236}">
                <a16:creationId xmlns:a16="http://schemas.microsoft.com/office/drawing/2014/main" id="{0E1A4D60-4CBC-4FC4-8DF3-0A91C187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7246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93" name="shape-284">
            <a:extLst xmlns:a="http://schemas.openxmlformats.org/drawingml/2006/main">
              <a:ext uri="{FF2B5EF4-FFF2-40B4-BE49-F238E27FC236}">
                <a16:creationId xmlns:a16="http://schemas.microsoft.com/office/drawing/2014/main" id="{C4030574-2C26-4F2E-9E9C-27F6D80B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7246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94" name="shape-285">
            <a:extLst xmlns:a="http://schemas.openxmlformats.org/drawingml/2006/main">
              <a:ext uri="{FF2B5EF4-FFF2-40B4-BE49-F238E27FC236}">
                <a16:creationId xmlns:a16="http://schemas.microsoft.com/office/drawing/2014/main" id="{EE5F7965-2CEE-4E70-87DB-9F61F6D1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7246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95" name="shape-286">
            <a:extLst xmlns:a="http://schemas.openxmlformats.org/drawingml/2006/main">
              <a:ext uri="{FF2B5EF4-FFF2-40B4-BE49-F238E27FC236}">
                <a16:creationId xmlns:a16="http://schemas.microsoft.com/office/drawing/2014/main" id="{88A79481-5AA8-4A22-A115-CFDF8D26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7246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96" name="shape-287">
            <a:extLst xmlns:a="http://schemas.openxmlformats.org/drawingml/2006/main">
              <a:ext uri="{FF2B5EF4-FFF2-40B4-BE49-F238E27FC236}">
                <a16:creationId xmlns:a16="http://schemas.microsoft.com/office/drawing/2014/main" id="{7B6446F1-63CE-499A-A5A4-47E6022A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7246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97" name="shape-288">
            <a:extLst xmlns:a="http://schemas.openxmlformats.org/drawingml/2006/main">
              <a:ext uri="{FF2B5EF4-FFF2-40B4-BE49-F238E27FC236}">
                <a16:creationId xmlns:a16="http://schemas.microsoft.com/office/drawing/2014/main" id="{5B03F44A-1A6C-4B05-A7ED-EC302056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7246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98" name="shape-289">
            <a:extLst xmlns:a="http://schemas.openxmlformats.org/drawingml/2006/main">
              <a:ext uri="{FF2B5EF4-FFF2-40B4-BE49-F238E27FC236}">
                <a16:creationId xmlns:a16="http://schemas.microsoft.com/office/drawing/2014/main" id="{54F98D8F-6245-4F40-A1C2-495AD813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7246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199" name="shape-290">
            <a:extLst xmlns:a="http://schemas.openxmlformats.org/drawingml/2006/main">
              <a:ext uri="{FF2B5EF4-FFF2-40B4-BE49-F238E27FC236}">
                <a16:creationId xmlns:a16="http://schemas.microsoft.com/office/drawing/2014/main" id="{E6E37854-0AAD-4903-81F5-7C29471D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7246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200" name="shape-291">
            <a:extLst xmlns:a="http://schemas.openxmlformats.org/drawingml/2006/main">
              <a:ext uri="{FF2B5EF4-FFF2-40B4-BE49-F238E27FC236}">
                <a16:creationId xmlns:a16="http://schemas.microsoft.com/office/drawing/2014/main" id="{30076C8B-019D-4CCB-AA13-7642E23C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7246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201" name="shape-292">
            <a:extLst xmlns:a="http://schemas.openxmlformats.org/drawingml/2006/main">
              <a:ext uri="{FF2B5EF4-FFF2-40B4-BE49-F238E27FC236}">
                <a16:creationId xmlns:a16="http://schemas.microsoft.com/office/drawing/2014/main" id="{6384D4A3-B361-4A1E-9AFE-E243C7D0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67246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202" name="shape-293">
            <a:extLst xmlns:a="http://schemas.openxmlformats.org/drawingml/2006/main">
              <a:ext uri="{FF2B5EF4-FFF2-40B4-BE49-F238E27FC236}">
                <a16:creationId xmlns:a16="http://schemas.microsoft.com/office/drawing/2014/main" id="{5152DFFD-76E7-4EAE-820E-46C38D15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6724650"/>
            <a:ext cx="466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F"/>
          </a:solidFill>
          <a:ln xmlns:a="http://schemas.openxmlformats.org/drawingml/2006/main" w="5715">
            <a:solidFill>
              <a:srgbClr val="DFE5DE"/>
            </a:solidFill>
            <a:prstDash val="solid"/>
          </a:ln>
        </p:spPr>
      </p:sp>
      <p:sp>
        <p:nvSpPr>
          <p:cNvPr id="203" name="shape-294">
            <a:extLst xmlns:a="http://schemas.openxmlformats.org/drawingml/2006/main">
              <a:ext uri="{FF2B5EF4-FFF2-40B4-BE49-F238E27FC236}">
                <a16:creationId xmlns:a16="http://schemas.microsoft.com/office/drawing/2014/main" id="{F26CC42A-3364-415C-B6BE-FE8443A8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6791325"/>
            <a:ext cx="4095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6D8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4" name="shape-295">
            <a:extLst xmlns:a="http://schemas.openxmlformats.org/drawingml/2006/main">
              <a:ext uri="{FF2B5EF4-FFF2-40B4-BE49-F238E27FC236}">
                <a16:creationId xmlns:a16="http://schemas.microsoft.com/office/drawing/2014/main" id="{DCE97E58-8F6E-4434-8BF2-014002C2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Hitos propuestos según la planificación del proyecto. El contenido desarrollado llega hasta APF2.</a:t>
            </a:r>
          </a:p>
        </p:txBody>
      </p:sp>
    </p:spTree>
    <p:extLst>
      <p:ext uri="{BB962C8B-B14F-4D97-AF65-F5344CB8AC3E}">
        <p14:creationId xmlns:p14="http://schemas.microsoft.com/office/powerpoint/2010/main" val="9789136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hape-296">
            <a:extLst xmlns:a="http://schemas.openxmlformats.org/drawingml/2006/main">
              <a:ext uri="{FF2B5EF4-FFF2-40B4-BE49-F238E27FC236}">
                <a16:creationId xmlns:a16="http://schemas.microsoft.com/office/drawing/2014/main" id="{D04C2B08-70B6-4E93-A397-5214662C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CAPÍTULO 2</a:t>
            </a:r>
          </a:p>
        </p:txBody>
      </p:sp>
      <p:sp>
        <p:nvSpPr>
          <p:cNvPr id="2" name="shape-297">
            <a:extLst xmlns:a="http://schemas.openxmlformats.org/drawingml/2006/main">
              <a:ext uri="{FF2B5EF4-FFF2-40B4-BE49-F238E27FC236}">
                <a16:creationId xmlns:a16="http://schemas.microsoft.com/office/drawing/2014/main" id="{058B0A1D-8EC3-4D96-9803-F6104193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14E35"/>
                </a:solidFill>
                <a:latin typeface="Georgia"/>
                <a:ea typeface="Georgia"/>
                <a:cs typeface="Georgia"/>
              </a:rPr>
              <a:t>Marco teórico</a:t>
            </a:r>
          </a:p>
        </p:txBody>
      </p:sp>
      <p:sp>
        <p:nvSpPr>
          <p:cNvPr id="3" name="shape-298">
            <a:extLst xmlns:a="http://schemas.openxmlformats.org/drawingml/2006/main">
              <a:ext uri="{FF2B5EF4-FFF2-40B4-BE49-F238E27FC236}">
                <a16:creationId xmlns:a16="http://schemas.microsoft.com/office/drawing/2014/main" id="{C5D32F9C-C48A-40A4-BA6D-27F52CBA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5340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Alma Floral  ·  Herramientas de Desarrollo</a:t>
            </a:r>
          </a:p>
        </p:txBody>
      </p:sp>
      <p:sp>
        <p:nvSpPr>
          <p:cNvPr id="4" name="shape-299">
            <a:extLst xmlns:a="http://schemas.openxmlformats.org/drawingml/2006/main">
              <a:ext uri="{FF2B5EF4-FFF2-40B4-BE49-F238E27FC236}">
                <a16:creationId xmlns:a16="http://schemas.microsoft.com/office/drawing/2014/main" id="{856BD0E6-C728-4AC4-B851-EF530F1B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153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shape-300">
            <a:extLst xmlns:a="http://schemas.openxmlformats.org/drawingml/2006/main">
              <a:ext uri="{FF2B5EF4-FFF2-40B4-BE49-F238E27FC236}">
                <a16:creationId xmlns:a16="http://schemas.microsoft.com/office/drawing/2014/main" id="{2A74CEE6-87EE-4F5C-B705-A22F3C3E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A6D8B"/>
                </a:solidFill>
                <a:latin typeface="Arial"/>
                <a:ea typeface="Arial"/>
                <a:cs typeface="Arial"/>
              </a:rPr>
              <a:t>ANTECEDENTES</a:t>
            </a:r>
          </a:p>
        </p:txBody>
      </p:sp>
      <p:sp>
        <p:nvSpPr>
          <p:cNvPr id="6" name="shape-301">
            <a:extLst xmlns:a="http://schemas.openxmlformats.org/drawingml/2006/main">
              <a:ext uri="{FF2B5EF4-FFF2-40B4-BE49-F238E27FC236}">
                <a16:creationId xmlns:a16="http://schemas.microsoft.com/office/drawing/2014/main" id="{3EE4AFEA-D28D-484E-A2E6-5DE85367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6572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Burgos Urgilés (2021): Mariflowersec</a:t>
            </a:r>
          </a:p>
          <a:p xmlns:a="http://schemas.openxmlformats.org/drawingml/2006/main">
            <a: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Atencia Caly y Bertel Toscano (2021): Capullos</a:t>
            </a:r>
          </a:p>
          <a:p xmlns:a="http://schemas.openxmlformats.org/drawingml/2006/main">
            <a: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Barón et al. (2018): marketing</a:t>
            </a:r>
          </a:p>
          <a:p xmlns:a="http://schemas.openxmlformats.org/drawingml/2006/main">
            <a: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Andrade Álvarez et al. (2023): gestión tecnológica</a:t>
            </a:r>
          </a:p>
        </p:txBody>
      </p:sp>
      <p:sp>
        <p:nvSpPr>
          <p:cNvPr id="7" name="shape-302">
            <a:extLst xmlns:a="http://schemas.openxmlformats.org/drawingml/2006/main">
              <a:ext uri="{FF2B5EF4-FFF2-40B4-BE49-F238E27FC236}">
                <a16:creationId xmlns:a16="http://schemas.microsoft.com/office/drawing/2014/main" id="{8D9C5711-0D22-4CA6-AA8F-9CBC0717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BA6D8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A6D8B"/>
                </a:solidFill>
                <a:latin typeface="Arial"/>
                <a:ea typeface="Arial"/>
                <a:cs typeface="Arial"/>
              </a:rPr>
              <a:t>FUNDAMENTOS</a:t>
            </a:r>
          </a:p>
        </p:txBody>
      </p:sp>
      <p:sp>
        <p:nvSpPr>
          <p:cNvPr id="8" name="shape-303">
            <a:extLst xmlns:a="http://schemas.openxmlformats.org/drawingml/2006/main">
              <a:ext uri="{FF2B5EF4-FFF2-40B4-BE49-F238E27FC236}">
                <a16:creationId xmlns:a16="http://schemas.microsoft.com/office/drawing/2014/main" id="{5599FAB7-00DB-41CF-AA75-2FBA0710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14625"/>
            <a:ext cx="6477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Sistemas de información</a:t>
            </a:r>
          </a:p>
          <a:p xmlns:a="http://schemas.openxmlformats.org/drawingml/2006/main">
            <a: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Gestión comercial y operativa</a:t>
            </a:r>
          </a:p>
          <a:p xmlns:a="http://schemas.openxmlformats.org/drawingml/2006/main">
            <a: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Atención al cliente</a:t>
            </a:r>
          </a:p>
          <a:p xmlns:a="http://schemas.openxmlformats.org/drawingml/2006/main">
            <a: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Sistema web y base de datos</a:t>
            </a:r>
          </a:p>
          <a:p xmlns:a="http://schemas.openxmlformats.org/drawingml/2006/main">
            <a: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Trabajo iterativo basado en Scrum</a:t>
            </a:r>
          </a:p>
          <a:p xmlns:a="http://schemas.openxmlformats.org/drawingml/2006/main">
            <a:pPr algn="l">
              <a:defRPr sz="20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Git y modelado BPMN 2.0</a:t>
            </a:r>
          </a:p>
        </p:txBody>
      </p:sp>
    </p:spTree>
    <p:extLst>
      <p:ext uri="{BB962C8B-B14F-4D97-AF65-F5344CB8AC3E}">
        <p14:creationId xmlns:p14="http://schemas.microsoft.com/office/powerpoint/2010/main" val="2975534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hape-304">
            <a:extLst xmlns:a="http://schemas.openxmlformats.org/drawingml/2006/main">
              <a:ext uri="{FF2B5EF4-FFF2-40B4-BE49-F238E27FC236}">
                <a16:creationId xmlns:a16="http://schemas.microsoft.com/office/drawing/2014/main" id="{40B02077-AB44-48C3-80FF-51E53937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TRABAJO COLABORATIVO</a:t>
            </a:r>
          </a:p>
        </p:txBody>
      </p:sp>
      <p:sp>
        <p:nvSpPr>
          <p:cNvPr id="2" name="shape-305">
            <a:extLst xmlns:a="http://schemas.openxmlformats.org/drawingml/2006/main">
              <a:ext uri="{FF2B5EF4-FFF2-40B4-BE49-F238E27FC236}">
                <a16:creationId xmlns:a16="http://schemas.microsoft.com/office/drawing/2014/main" id="{CA753EF4-F9BE-4650-A94D-F4127C86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14E35"/>
                </a:solidFill>
                <a:latin typeface="Georgia"/>
                <a:ea typeface="Georgia"/>
                <a:cs typeface="Georgia"/>
              </a:rPr>
              <a:t>Control de versiones con GitHub</a:t>
            </a:r>
          </a:p>
        </p:txBody>
      </p:sp>
      <p:sp>
        <p:nvSpPr>
          <p:cNvPr id="3" name="shape-306">
            <a:extLst xmlns:a="http://schemas.openxmlformats.org/drawingml/2006/main">
              <a:ext uri="{FF2B5EF4-FFF2-40B4-BE49-F238E27FC236}">
                <a16:creationId xmlns:a16="http://schemas.microsoft.com/office/drawing/2014/main" id="{A88A0A08-B6A2-4C9D-A558-51C6119B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5340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Alma Floral  ·  Herramientas de Desarrollo</a:t>
            </a:r>
          </a:p>
        </p:txBody>
      </p:sp>
      <p:sp>
        <p:nvSpPr>
          <p:cNvPr id="4" name="shape-307">
            <a:extLst xmlns:a="http://schemas.openxmlformats.org/drawingml/2006/main">
              <a:ext uri="{FF2B5EF4-FFF2-40B4-BE49-F238E27FC236}">
                <a16:creationId xmlns:a16="http://schemas.microsoft.com/office/drawing/2014/main" id="{B5A98750-D175-458E-8EFA-86D79433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153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shape-308">
            <a:extLst xmlns:a="http://schemas.openxmlformats.org/drawingml/2006/main">
              <a:ext uri="{FF2B5EF4-FFF2-40B4-BE49-F238E27FC236}">
                <a16:creationId xmlns:a16="http://schemas.microsoft.com/office/drawing/2014/main" id="{2362A423-8526-4303-B88B-4B745EB2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390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main conserva la versión estable. develop integra el avance. Las ramas feature separan el trabajo por funcionalidad o documento.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31FB0-9E3A-4E56-90B0-E83A3265E364}"/>
              </a:ext>
            </a:extLst>
          </p:cNvPr>
          <p:cNvGraphicFramePr/>
          <p:nvPr/>
        </p:nvGraphicFramePr>
        <p:xfrm>
          <a:off xmlns:a="http://schemas.openxmlformats.org/drawingml/2006/main" x="666750" y="3810000"/>
          <a:ext xmlns:a="http://schemas.openxmlformats.org/drawingml/2006/main" cx="13906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10477500"/>
              </a:tblGrid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Evidencia pendiente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D0"/>
                      </a:solidFill>
                      <a:prstDash val="solid"/>
                    </a:lnL>
                    <a:lnR w="9525">
                      <a:solidFill>
                        <a:srgbClr val="CFD8D0"/>
                      </a:solidFill>
                      <a:prstDash val="solid"/>
                    </a:lnR>
                    <a:lnT w="9525">
                      <a:solidFill>
                        <a:srgbClr val="CFD8D0"/>
                      </a:solidFill>
                      <a:prstDash val="solid"/>
                    </a:lnT>
                    <a:lnB w="9525">
                      <a:solidFill>
                        <a:srgbClr val="CFD8D0"/>
                      </a:solidFill>
                      <a:prstDash val="solid"/>
                    </a:lnB>
                    <a:solidFill>
                      <a:srgbClr val="214E3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Contenido requerido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D0"/>
                      </a:solidFill>
                      <a:prstDash val="solid"/>
                    </a:lnR>
                    <a:lnT w="9525">
                      <a:solidFill>
                        <a:srgbClr val="CFD8D0"/>
                      </a:solidFill>
                      <a:prstDash val="solid"/>
                    </a:lnT>
                    <a:lnB w="9525">
                      <a:solidFill>
                        <a:srgbClr val="CFD8D0"/>
                      </a:solidFill>
                      <a:prstDash val="solid"/>
                    </a:lnB>
                    <a:solidFill>
                      <a:srgbClr val="214E35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82B"/>
                          </a:solidFill>
                          <a:latin typeface="Arial"/>
                          <a:ea typeface="Arial"/>
                          <a:cs typeface="Arial"/>
                        </a:rPr>
                        <a:t>E1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D0"/>
                      </a:solidFill>
                      <a:prstDash val="solid"/>
                    </a:lnL>
                    <a:lnR w="9525">
                      <a:solidFill>
                        <a:srgbClr val="CFD8D0"/>
                      </a:solidFill>
                      <a:prstDash val="solid"/>
                    </a:lnR>
                    <a:lnB w="9525">
                      <a:solidFill>
                        <a:srgbClr val="CFD8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82B"/>
                          </a:solidFill>
                          <a:latin typeface="Arial"/>
                          <a:ea typeface="Arial"/>
                          <a:cs typeface="Arial"/>
                        </a:rPr>
                        <a:t>Repositorio de Alma Floral y acceso de los cuatro integrantes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D0"/>
                      </a:solidFill>
                      <a:prstDash val="solid"/>
                    </a:lnR>
                    <a:lnB w="9525">
                      <a:solidFill>
                        <a:srgbClr val="CFD8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82B"/>
                          </a:solidFill>
                          <a:latin typeface="Arial"/>
                          <a:ea typeface="Arial"/>
                          <a:cs typeface="Arial"/>
                        </a:rPr>
                        <a:t>E2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D0"/>
                      </a:solidFill>
                      <a:prstDash val="solid"/>
                    </a:lnL>
                    <a:lnR w="9525">
                      <a:solidFill>
                        <a:srgbClr val="CFD8D0"/>
                      </a:solidFill>
                      <a:prstDash val="solid"/>
                    </a:lnR>
                    <a:lnB w="9525">
                      <a:solidFill>
                        <a:srgbClr val="CFD8D0"/>
                      </a:solidFill>
                      <a:prstDash val="solid"/>
                    </a:lnB>
                    <a:solidFill>
                      <a:srgbClr val="F0F4F0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82B"/>
                          </a:solidFill>
                          <a:latin typeface="Arial"/>
                          <a:ea typeface="Arial"/>
                          <a:cs typeface="Arial"/>
                        </a:rPr>
                        <a:t>Historial real de commits y ramas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D0"/>
                      </a:solidFill>
                      <a:prstDash val="solid"/>
                    </a:lnR>
                    <a:lnB w="9525">
                      <a:solidFill>
                        <a:srgbClr val="CFD8D0"/>
                      </a:solidFill>
                      <a:prstDash val="solid"/>
                    </a:lnB>
                    <a:solidFill>
                      <a:srgbClr val="F0F4F0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82B"/>
                          </a:solidFill>
                          <a:latin typeface="Arial"/>
                          <a:ea typeface="Arial"/>
                          <a:cs typeface="Arial"/>
                        </a:rPr>
                        <a:t>E3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D0"/>
                      </a:solidFill>
                      <a:prstDash val="solid"/>
                    </a:lnL>
                    <a:lnR w="9525">
                      <a:solidFill>
                        <a:srgbClr val="CFD8D0"/>
                      </a:solidFill>
                      <a:prstDash val="solid"/>
                    </a:lnR>
                    <a:lnB w="9525">
                      <a:solidFill>
                        <a:srgbClr val="CFD8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82B"/>
                          </a:solidFill>
                          <a:latin typeface="Arial"/>
                          <a:ea typeface="Arial"/>
                          <a:cs typeface="Arial"/>
                        </a:rPr>
                        <a:t>Pull request con revisión e integración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D0"/>
                      </a:solidFill>
                      <a:prstDash val="solid"/>
                    </a:lnR>
                    <a:lnB w="9525">
                      <a:solidFill>
                        <a:srgbClr val="CFD8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82B"/>
                          </a:solidFill>
                          <a:latin typeface="Arial"/>
                          <a:ea typeface="Arial"/>
                          <a:cs typeface="Arial"/>
                        </a:rPr>
                        <a:t>E4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8D0"/>
                      </a:solidFill>
                      <a:prstDash val="solid"/>
                    </a:lnL>
                    <a:lnR w="9525">
                      <a:solidFill>
                        <a:srgbClr val="CFD8D0"/>
                      </a:solidFill>
                      <a:prstDash val="solid"/>
                    </a:lnR>
                    <a:lnB w="9525">
                      <a:solidFill>
                        <a:srgbClr val="CFD8D0"/>
                      </a:solidFill>
                      <a:prstDash val="solid"/>
                    </a:lnB>
                    <a:solidFill>
                      <a:srgbClr val="F0F4F0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82B"/>
                          </a:solidFill>
                          <a:latin typeface="Arial"/>
                          <a:ea typeface="Arial"/>
                          <a:cs typeface="Arial"/>
                        </a:rPr>
                        <a:t>Conflicto y resolución, si se exige en esta entrega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8D0"/>
                      </a:solidFill>
                      <a:prstDash val="solid"/>
                    </a:lnR>
                    <a:lnB w="9525">
                      <a:solidFill>
                        <a:srgbClr val="CFD8D0"/>
                      </a:solidFill>
                      <a:prstDash val="solid"/>
                    </a:lnB>
                    <a:solidFill>
                      <a:srgbClr val="F0F4F0"/>
                    </a:solidFill>
                  </a:tcPr>
                </a:tc>
              </a:tr>
            </a:tbl>
          </a:graphicData>
        </a:graphic>
      </p:graphicFrame>
      <p:sp>
        <p:nvSpPr>
          <p:cNvPr id="7" name="shape-309">
            <a:extLst xmlns:a="http://schemas.openxmlformats.org/drawingml/2006/main">
              <a:ext uri="{FF2B5EF4-FFF2-40B4-BE49-F238E27FC236}">
                <a16:creationId xmlns:a16="http://schemas.microsoft.com/office/drawing/2014/main" id="{AB3826C0-C5A4-4B7F-9888-2A097011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72375"/>
            <a:ext cx="1390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01F2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B01F2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B01F2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B01F2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B01F2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B01F2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B01F2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B01F2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B01F2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B01F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01F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01F28"/>
                </a:solidFill>
                <a:latin typeface="Arial"/>
                <a:ea typeface="Arial"/>
                <a:cs typeface="Arial"/>
              </a:rPr>
              <a:t>PENDIENTE: incorporar las capturas del repositorio y del trabajo real del equipo.</a:t>
            </a:r>
          </a:p>
        </p:txBody>
      </p:sp>
    </p:spTree>
    <p:extLst>
      <p:ext uri="{BB962C8B-B14F-4D97-AF65-F5344CB8AC3E}">
        <p14:creationId xmlns:p14="http://schemas.microsoft.com/office/powerpoint/2010/main" val="12955519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shape-310">
            <a:extLst xmlns:a="http://schemas.openxmlformats.org/drawingml/2006/main">
              <a:ext uri="{FF2B5EF4-FFF2-40B4-BE49-F238E27FC236}">
                <a16:creationId xmlns:a16="http://schemas.microsoft.com/office/drawing/2014/main" id="{D046D9DF-2759-48A7-A6B6-E0362261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CAPÍTULO 3  /  BPMN 2.0</a:t>
            </a:r>
          </a:p>
        </p:txBody>
      </p:sp>
      <p:sp>
        <p:nvSpPr>
          <p:cNvPr id="2" name="shape-311">
            <a:extLst xmlns:a="http://schemas.openxmlformats.org/drawingml/2006/main">
              <a:ext uri="{FF2B5EF4-FFF2-40B4-BE49-F238E27FC236}">
                <a16:creationId xmlns:a16="http://schemas.microsoft.com/office/drawing/2014/main" id="{D7B6D0E6-D3EE-40A2-80D9-DE707919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14E35"/>
                </a:solidFill>
                <a:latin typeface="Georgia"/>
                <a:ea typeface="Georgia"/>
                <a:cs typeface="Georgia"/>
              </a:rPr>
              <a:t>Recepción de pedidos AS-IS</a:t>
            </a:r>
          </a:p>
        </p:txBody>
      </p:sp>
      <p:sp>
        <p:nvSpPr>
          <p:cNvPr id="3" name="shape-312">
            <a:extLst xmlns:a="http://schemas.openxmlformats.org/drawingml/2006/main">
              <a:ext uri="{FF2B5EF4-FFF2-40B4-BE49-F238E27FC236}">
                <a16:creationId xmlns:a16="http://schemas.microsoft.com/office/drawing/2014/main" id="{69D5AFA1-2A90-4B5E-BF11-239DBCFD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5340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Alma Floral  ·  Herramientas de Desarrollo</a:t>
            </a:r>
          </a:p>
        </p:txBody>
      </p:sp>
      <p:sp>
        <p:nvSpPr>
          <p:cNvPr id="4" name="shape-313">
            <a:extLst xmlns:a="http://schemas.openxmlformats.org/drawingml/2006/main">
              <a:ext uri="{FF2B5EF4-FFF2-40B4-BE49-F238E27FC236}">
                <a16:creationId xmlns:a16="http://schemas.microsoft.com/office/drawing/2014/main" id="{94E0A400-2DAC-4626-B8F1-DE9670F4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153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shape-314">
            <a:extLst xmlns:a="http://schemas.openxmlformats.org/drawingml/2006/main">
              <a:ext uri="{FF2B5EF4-FFF2-40B4-BE49-F238E27FC236}">
                <a16:creationId xmlns:a16="http://schemas.microsoft.com/office/drawing/2014/main" id="{A650FF9B-8022-44FB-BCC8-9553652A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438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CA294"/>
            </a:solidFill>
            <a:prstDash val="solid"/>
          </a:ln>
        </p:spPr>
      </p:sp>
      <p:sp>
        <p:nvSpPr>
          <p:cNvPr id="6" name="shape-315">
            <a:extLst xmlns:a="http://schemas.openxmlformats.org/drawingml/2006/main">
              <a:ext uri="{FF2B5EF4-FFF2-40B4-BE49-F238E27FC236}">
                <a16:creationId xmlns:a16="http://schemas.microsoft.com/office/drawing/2014/main" id="{C4AFA577-EA69-4409-9B16-821223B3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CLIENTE</a:t>
            </a:r>
          </a:p>
        </p:txBody>
      </p:sp>
      <p:sp>
        <p:nvSpPr>
          <p:cNvPr id="7" name="shape-316">
            <a:extLst xmlns:a="http://schemas.openxmlformats.org/drawingml/2006/main">
              <a:ext uri="{FF2B5EF4-FFF2-40B4-BE49-F238E27FC236}">
                <a16:creationId xmlns:a16="http://schemas.microsoft.com/office/drawing/2014/main" id="{D3B660D1-2C93-4086-AEDD-C3BA5790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6002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Participante externo</a:t>
            </a:r>
          </a:p>
        </p:txBody>
      </p:sp>
      <p:sp>
        <p:nvSpPr>
          <p:cNvPr id="8" name="shape-317">
            <a:extLst xmlns:a="http://schemas.openxmlformats.org/drawingml/2006/main">
              <a:ext uri="{FF2B5EF4-FFF2-40B4-BE49-F238E27FC236}">
                <a16:creationId xmlns:a16="http://schemas.microsoft.com/office/drawing/2014/main" id="{77347F63-668A-46C2-98F7-F99FBE95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81250"/>
            <a:ext cx="143827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CA294"/>
            </a:solidFill>
            <a:prstDash val="solid"/>
          </a:ln>
        </p:spPr>
      </p:sp>
      <p:sp>
        <p:nvSpPr>
          <p:cNvPr id="9" name="shape-318">
            <a:extLst xmlns:a="http://schemas.openxmlformats.org/drawingml/2006/main">
              <a:ext uri="{FF2B5EF4-FFF2-40B4-BE49-F238E27FC236}">
                <a16:creationId xmlns:a16="http://schemas.microsoft.com/office/drawing/2014/main" id="{E7CEA90E-4629-4E66-A5C7-4C2BAA13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526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ALMA FLORAL</a:t>
            </a:r>
          </a:p>
        </p:txBody>
      </p:sp>
      <p:sp>
        <p:nvSpPr>
          <p:cNvPr id="10" name="shape-319">
            <a:extLst xmlns:a="http://schemas.openxmlformats.org/drawingml/2006/main">
              <a:ext uri="{FF2B5EF4-FFF2-40B4-BE49-F238E27FC236}">
                <a16:creationId xmlns:a16="http://schemas.microsoft.com/office/drawing/2014/main" id="{7EAC126D-F89D-436E-853D-8D36B8C6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40493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11" name="shape-320">
            <a:extLst xmlns:a="http://schemas.openxmlformats.org/drawingml/2006/main">
              <a:ext uri="{FF2B5EF4-FFF2-40B4-BE49-F238E27FC236}">
                <a16:creationId xmlns:a16="http://schemas.microsoft.com/office/drawing/2014/main" id="{E7827B62-81C1-4425-8963-C31568B4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953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0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12" name="shape-321">
            <a:extLst xmlns:a="http://schemas.openxmlformats.org/drawingml/2006/main">
              <a:ext uri="{FF2B5EF4-FFF2-40B4-BE49-F238E27FC236}">
                <a16:creationId xmlns:a16="http://schemas.microsoft.com/office/drawing/2014/main" id="{FDBF96E4-AD7A-4148-9E7B-429E098A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19438"/>
            <a:ext cx="1000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Ventas</a:t>
            </a:r>
          </a:p>
        </p:txBody>
      </p:sp>
      <p:sp>
        <p:nvSpPr>
          <p:cNvPr id="13" name="shape-322">
            <a:extLst xmlns:a="http://schemas.openxmlformats.org/drawingml/2006/main">
              <a:ext uri="{FF2B5EF4-FFF2-40B4-BE49-F238E27FC236}">
                <a16:creationId xmlns:a16="http://schemas.microsoft.com/office/drawing/2014/main" id="{AD1DF80F-C32E-4240-9E9A-2DF1E2F3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40493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14" name="shape-323">
            <a:extLst xmlns:a="http://schemas.openxmlformats.org/drawingml/2006/main">
              <a:ext uri="{FF2B5EF4-FFF2-40B4-BE49-F238E27FC236}">
                <a16:creationId xmlns:a16="http://schemas.microsoft.com/office/drawing/2014/main" id="{6C96CA6C-5E82-4A69-9772-FD6DD2CB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0953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0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15" name="shape-324">
            <a:extLst xmlns:a="http://schemas.openxmlformats.org/drawingml/2006/main">
              <a:ext uri="{FF2B5EF4-FFF2-40B4-BE49-F238E27FC236}">
                <a16:creationId xmlns:a16="http://schemas.microsoft.com/office/drawing/2014/main" id="{B52C8784-2065-4C8A-A6D3-BE9C6206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62500"/>
            <a:ext cx="1000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Producción</a:t>
            </a:r>
          </a:p>
        </p:txBody>
      </p:sp>
      <p:sp>
        <p:nvSpPr>
          <p:cNvPr id="16" name="shape-325">
            <a:extLst xmlns:a="http://schemas.openxmlformats.org/drawingml/2006/main">
              <a:ext uri="{FF2B5EF4-FFF2-40B4-BE49-F238E27FC236}">
                <a16:creationId xmlns:a16="http://schemas.microsoft.com/office/drawing/2014/main" id="{B6CA82F3-581E-4DD6-A804-3B9F3D60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14049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17" name="shape-326">
            <a:extLst xmlns:a="http://schemas.openxmlformats.org/drawingml/2006/main">
              <a:ext uri="{FF2B5EF4-FFF2-40B4-BE49-F238E27FC236}">
                <a16:creationId xmlns:a16="http://schemas.microsoft.com/office/drawing/2014/main" id="{FC85B3C6-0CAC-4B4B-9E13-3FE23946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1095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0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18" name="shape-327">
            <a:extLst xmlns:a="http://schemas.openxmlformats.org/drawingml/2006/main">
              <a:ext uri="{FF2B5EF4-FFF2-40B4-BE49-F238E27FC236}">
                <a16:creationId xmlns:a16="http://schemas.microsoft.com/office/drawing/2014/main" id="{D86ACD77-B80C-442D-BEE8-C5B1CEF4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19813"/>
            <a:ext cx="1000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Entrega</a:t>
            </a:r>
          </a:p>
          <a:p xmlns:a="http://schemas.openxmlformats.org/drawingml/2006/main">
            <a: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y cobro</a:t>
            </a:r>
          </a:p>
        </p:txBody>
      </p:sp>
      <p:sp>
        <p:nvSpPr>
          <p:cNvPr id="19" name="flow-328">
            <a:extLst xmlns:a="http://schemas.openxmlformats.org/drawingml/2006/main">
              <a:ext uri="{FF2B5EF4-FFF2-40B4-BE49-F238E27FC236}">
                <a16:creationId xmlns:a16="http://schemas.microsoft.com/office/drawing/2014/main" id="{C44BC9BA-9E92-4846-94C2-36FDEC22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95500"/>
            <a:ext cx="9525" cy="762000"/>
          </a:xfrm>
          <a:custGeom xmlns:a="http://schemas.openxmlformats.org/drawingml/2006/main">
            <a:pathLst>
              <a:path w="9525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7A8A"/>
            </a:solidFill>
            <a:prstDash val="dash"/>
          </a:ln>
        </p:spPr>
      </p:sp>
      <p:sp>
        <p:nvSpPr>
          <p:cNvPr id="20" name="flow-329">
            <a:extLst xmlns:a="http://schemas.openxmlformats.org/drawingml/2006/main">
              <a:ext uri="{FF2B5EF4-FFF2-40B4-BE49-F238E27FC236}">
                <a16:creationId xmlns:a16="http://schemas.microsoft.com/office/drawing/2014/main" id="{5270C783-2653-40CB-B721-C10E913F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270" y="2771732"/>
            <a:ext cx="82861" cy="85768"/>
          </a:xfrm>
          <a:custGeom xmlns:a="http://schemas.openxmlformats.org/drawingml/2006/main">
            <a:pathLst>
              <a:path w="82861" h="85768">
                <a:moveTo>
                  <a:pt x="0" y="0"/>
                </a:moveTo>
                <a:lnTo>
                  <a:pt x="41430" y="85768"/>
                </a:lnTo>
                <a:lnTo>
                  <a:pt x="828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7A8A"/>
            </a:solidFill>
            <a:prstDash val="solid"/>
          </a:ln>
        </p:spPr>
      </p:sp>
      <p:sp>
        <p:nvSpPr>
          <p:cNvPr id="21" name="shape-330">
            <a:extLst xmlns:a="http://schemas.openxmlformats.org/drawingml/2006/main">
              <a:ext uri="{FF2B5EF4-FFF2-40B4-BE49-F238E27FC236}">
                <a16:creationId xmlns:a16="http://schemas.microsoft.com/office/drawing/2014/main" id="{C5F3FC35-AA80-47CB-BC05-BB6808D3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57A8A"/>
            </a:solidFill>
            <a:prstDash val="solid"/>
          </a:ln>
        </p:spPr>
      </p:sp>
      <p:sp>
        <p:nvSpPr>
          <p:cNvPr id="22" name="shape-331">
            <a:extLst xmlns:a="http://schemas.openxmlformats.org/drawingml/2006/main">
              <a:ext uri="{FF2B5EF4-FFF2-40B4-BE49-F238E27FC236}">
                <a16:creationId xmlns:a16="http://schemas.microsoft.com/office/drawing/2014/main" id="{7F86964F-E8DA-42DF-AF8A-840AD6DA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240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56979"/>
                </a:solidFill>
                <a:latin typeface="Arial"/>
                <a:ea typeface="Arial"/>
                <a:cs typeface="Arial"/>
              </a:rPr>
              <a:t>Consulta</a:t>
            </a:r>
          </a:p>
        </p:txBody>
      </p:sp>
      <p:sp>
        <p:nvSpPr>
          <p:cNvPr id="23" name="flow-332">
            <a:extLst xmlns:a="http://schemas.openxmlformats.org/drawingml/2006/main">
              <a:ext uri="{FF2B5EF4-FFF2-40B4-BE49-F238E27FC236}">
                <a16:creationId xmlns:a16="http://schemas.microsoft.com/office/drawing/2014/main" id="{A3241C6D-66FB-43B5-A5CF-226C2EBE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28950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4" name="arrow-332">
            <a:extLst xmlns:a="http://schemas.openxmlformats.org/drawingml/2006/main">
              <a:ext uri="{FF2B5EF4-FFF2-40B4-BE49-F238E27FC236}">
                <a16:creationId xmlns:a16="http://schemas.microsoft.com/office/drawing/2014/main" id="{8EF432B1-407C-47E3-8160-3751F34B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482" y="2987520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5" name="flow-333">
            <a:extLst xmlns:a="http://schemas.openxmlformats.org/drawingml/2006/main">
              <a:ext uri="{FF2B5EF4-FFF2-40B4-BE49-F238E27FC236}">
                <a16:creationId xmlns:a16="http://schemas.microsoft.com/office/drawing/2014/main" id="{D5920B60-9363-4038-BDEC-81CF8AED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28950"/>
            <a:ext cx="381000" cy="9525"/>
          </a:xfrm>
          <a:custGeom xmlns:a="http://schemas.openxmlformats.org/drawingml/2006/main"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6" name="arrow-333">
            <a:extLst xmlns:a="http://schemas.openxmlformats.org/drawingml/2006/main">
              <a:ext uri="{FF2B5EF4-FFF2-40B4-BE49-F238E27FC236}">
                <a16:creationId xmlns:a16="http://schemas.microsoft.com/office/drawing/2014/main" id="{392446AE-6F40-4803-87C4-4418464B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32" y="2987520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7" name="flow-334">
            <a:extLst xmlns:a="http://schemas.openxmlformats.org/drawingml/2006/main">
              <a:ext uri="{FF2B5EF4-FFF2-40B4-BE49-F238E27FC236}">
                <a16:creationId xmlns:a16="http://schemas.microsoft.com/office/drawing/2014/main" id="{C812C326-0957-4BBB-9567-DEC55E99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28950"/>
            <a:ext cx="476250" cy="38100"/>
          </a:xfrm>
          <a:custGeom xmlns:a="http://schemas.openxmlformats.org/drawingml/2006/main">
            <a:pathLst>
              <a:path w="476250" h="38100">
                <a:moveTo>
                  <a:pt x="0" y="0"/>
                </a:moveTo>
                <a:lnTo>
                  <a:pt x="47625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8" name="arrow-334">
            <a:extLst xmlns:a="http://schemas.openxmlformats.org/drawingml/2006/main">
              <a:ext uri="{FF2B5EF4-FFF2-40B4-BE49-F238E27FC236}">
                <a16:creationId xmlns:a16="http://schemas.microsoft.com/office/drawing/2014/main" id="{5931C219-B87D-4ED3-ABF0-318D3700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202" y="3018912"/>
            <a:ext cx="88798" cy="82597"/>
          </a:xfrm>
          <a:custGeom xmlns:a="http://schemas.openxmlformats.org/drawingml/2006/main">
            <a:pathLst>
              <a:path w="88798" h="82597">
                <a:moveTo>
                  <a:pt x="88798" y="48138"/>
                </a:moveTo>
                <a:lnTo>
                  <a:pt x="0" y="82597"/>
                </a:lnTo>
                <a:lnTo>
                  <a:pt x="6608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9" name="flow-335">
            <a:extLst xmlns:a="http://schemas.openxmlformats.org/drawingml/2006/main">
              <a:ext uri="{FF2B5EF4-FFF2-40B4-BE49-F238E27FC236}">
                <a16:creationId xmlns:a16="http://schemas.microsoft.com/office/drawing/2014/main" id="{E741D15C-1E2F-4CB7-8B86-AF205ADF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523875" cy="38100"/>
          </a:xfrm>
          <a:custGeom xmlns:a="http://schemas.openxmlformats.org/drawingml/2006/main">
            <a:pathLst>
              <a:path w="523875" h="38100">
                <a:moveTo>
                  <a:pt x="0" y="3810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0" name="arrow-335">
            <a:extLst xmlns:a="http://schemas.openxmlformats.org/drawingml/2006/main">
              <a:ext uri="{FF2B5EF4-FFF2-40B4-BE49-F238E27FC236}">
                <a16:creationId xmlns:a16="http://schemas.microsoft.com/office/drawing/2014/main" id="{DD292C2F-A712-4D34-BC0F-33B12925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578" y="2993850"/>
            <a:ext cx="88547" cy="82643"/>
          </a:xfrm>
          <a:custGeom xmlns:a="http://schemas.openxmlformats.org/drawingml/2006/main">
            <a:pathLst>
              <a:path w="88547" h="82643">
                <a:moveTo>
                  <a:pt x="88547" y="35100"/>
                </a:moveTo>
                <a:lnTo>
                  <a:pt x="6010" y="8264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31" name="shape-336">
            <a:extLst xmlns:a="http://schemas.openxmlformats.org/drawingml/2006/main">
              <a:ext uri="{FF2B5EF4-FFF2-40B4-BE49-F238E27FC236}">
                <a16:creationId xmlns:a16="http://schemas.microsoft.com/office/drawing/2014/main" id="{E5CEFC41-94CF-4218-9804-04CB24FB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888" y="27813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Sí</a:t>
            </a:r>
          </a:p>
        </p:txBody>
      </p:sp>
      <p:sp>
        <p:nvSpPr>
          <p:cNvPr id="32" name="flow-337">
            <a:extLst xmlns:a="http://schemas.openxmlformats.org/drawingml/2006/main">
              <a:ext uri="{FF2B5EF4-FFF2-40B4-BE49-F238E27FC236}">
                <a16:creationId xmlns:a16="http://schemas.microsoft.com/office/drawing/2014/main" id="{860F580C-D5BF-4F62-96F4-8DD00767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05175"/>
            <a:ext cx="9525" cy="190500"/>
          </a:xfrm>
          <a:custGeom xmlns:a="http://schemas.openxmlformats.org/drawingml/2006/main"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3" name="arrow-337">
            <a:extLst xmlns:a="http://schemas.openxmlformats.org/drawingml/2006/main">
              <a:ext uri="{FF2B5EF4-FFF2-40B4-BE49-F238E27FC236}">
                <a16:creationId xmlns:a16="http://schemas.microsoft.com/office/drawing/2014/main" id="{12E14BA0-A472-4002-B06C-61B3B7C7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695" y="3409907"/>
            <a:ext cx="82861" cy="85768"/>
          </a:xfrm>
          <a:custGeom xmlns:a="http://schemas.openxmlformats.org/drawingml/2006/main">
            <a:pathLst>
              <a:path w="82861" h="85768">
                <a:moveTo>
                  <a:pt x="41430" y="85768"/>
                </a:moveTo>
                <a:lnTo>
                  <a:pt x="0" y="0"/>
                </a:lnTo>
                <a:lnTo>
                  <a:pt x="82861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34" name="shape-338">
            <a:extLst xmlns:a="http://schemas.openxmlformats.org/drawingml/2006/main">
              <a:ext uri="{FF2B5EF4-FFF2-40B4-BE49-F238E27FC236}">
                <a16:creationId xmlns:a16="http://schemas.microsoft.com/office/drawing/2014/main" id="{25DD3BAB-0105-408A-A563-E6E29B3C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314700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35" name="flow-339">
            <a:extLst xmlns:a="http://schemas.openxmlformats.org/drawingml/2006/main">
              <a:ext uri="{FF2B5EF4-FFF2-40B4-BE49-F238E27FC236}">
                <a16:creationId xmlns:a16="http://schemas.microsoft.com/office/drawing/2014/main" id="{E4F58EA8-B831-4547-8E88-D90A8ED7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90950"/>
            <a:ext cx="666750" cy="9525"/>
          </a:xfrm>
          <a:custGeom xmlns:a="http://schemas.openxmlformats.org/drawingml/2006/main">
            <a:pathLst>
              <a:path w="666750" h="9525">
                <a:moveTo>
                  <a:pt x="0" y="9525"/>
                </a:moveTo>
                <a:lnTo>
                  <a:pt x="66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6" name="arrow-339">
            <a:extLst xmlns:a="http://schemas.openxmlformats.org/drawingml/2006/main">
              <a:ext uri="{FF2B5EF4-FFF2-40B4-BE49-F238E27FC236}">
                <a16:creationId xmlns:a16="http://schemas.microsoft.com/office/drawing/2014/main" id="{6E0A84E6-8C14-4725-8753-9507261D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149" y="3750749"/>
            <a:ext cx="86351" cy="82852"/>
          </a:xfrm>
          <a:custGeom xmlns:a="http://schemas.openxmlformats.org/drawingml/2006/main">
            <a:pathLst>
              <a:path w="86351" h="82852">
                <a:moveTo>
                  <a:pt x="86351" y="40201"/>
                </a:moveTo>
                <a:lnTo>
                  <a:pt x="1184" y="828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37" name="flow-340">
            <a:extLst xmlns:a="http://schemas.openxmlformats.org/drawingml/2006/main">
              <a:ext uri="{FF2B5EF4-FFF2-40B4-BE49-F238E27FC236}">
                <a16:creationId xmlns:a16="http://schemas.microsoft.com/office/drawing/2014/main" id="{6A8F06FE-7607-492E-AEC8-9D49BC78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028950"/>
            <a:ext cx="619125" cy="1952625"/>
          </a:xfrm>
          <a:custGeom xmlns:a="http://schemas.openxmlformats.org/drawingml/2006/main">
            <a:pathLst>
              <a:path w="619125" h="1952625">
                <a:moveTo>
                  <a:pt x="0" y="0"/>
                </a:moveTo>
                <a:lnTo>
                  <a:pt x="333375" y="0"/>
                </a:lnTo>
                <a:lnTo>
                  <a:pt x="333375" y="1952625"/>
                </a:lnTo>
                <a:lnTo>
                  <a:pt x="619125" y="1952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8" name="arrow-340">
            <a:extLst xmlns:a="http://schemas.openxmlformats.org/drawingml/2006/main">
              <a:ext uri="{FF2B5EF4-FFF2-40B4-BE49-F238E27FC236}">
                <a16:creationId xmlns:a16="http://schemas.microsoft.com/office/drawing/2014/main" id="{754DAACA-D085-4AE0-82C1-953192DB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32" y="4940145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39" name="flow-341">
            <a:extLst xmlns:a="http://schemas.openxmlformats.org/drawingml/2006/main">
              <a:ext uri="{FF2B5EF4-FFF2-40B4-BE49-F238E27FC236}">
                <a16:creationId xmlns:a16="http://schemas.microsoft.com/office/drawing/2014/main" id="{F4F56060-18D3-4737-A8B0-DAEB86D7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981575"/>
            <a:ext cx="381000" cy="1333500"/>
          </a:xfrm>
          <a:custGeom xmlns:a="http://schemas.openxmlformats.org/drawingml/2006/main">
            <a:pathLst>
              <a:path w="381000" h="1333500">
                <a:moveTo>
                  <a:pt x="0" y="0"/>
                </a:moveTo>
                <a:lnTo>
                  <a:pt x="190500" y="0"/>
                </a:lnTo>
                <a:lnTo>
                  <a:pt x="190500" y="1333500"/>
                </a:lnTo>
                <a:lnTo>
                  <a:pt x="381000" y="1333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40" name="arrow-341">
            <a:extLst xmlns:a="http://schemas.openxmlformats.org/drawingml/2006/main">
              <a:ext uri="{FF2B5EF4-FFF2-40B4-BE49-F238E27FC236}">
                <a16:creationId xmlns:a16="http://schemas.microsoft.com/office/drawing/2014/main" id="{FB7F7E1D-C39B-4687-9B6E-29237BDC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0982" y="6273645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41" name="flow-342">
            <a:extLst xmlns:a="http://schemas.openxmlformats.org/drawingml/2006/main">
              <a:ext uri="{FF2B5EF4-FFF2-40B4-BE49-F238E27FC236}">
                <a16:creationId xmlns:a16="http://schemas.microsoft.com/office/drawing/2014/main" id="{84F780D7-28D5-4B74-BB8B-A78E1BA5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6305550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9525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42" name="arrow-342">
            <a:extLst xmlns:a="http://schemas.openxmlformats.org/drawingml/2006/main">
              <a:ext uri="{FF2B5EF4-FFF2-40B4-BE49-F238E27FC236}">
                <a16:creationId xmlns:a16="http://schemas.microsoft.com/office/drawing/2014/main" id="{C2E4FF16-8383-432A-A59B-B0D35E20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5671" y="6265843"/>
            <a:ext cx="86579" cy="82844"/>
          </a:xfrm>
          <a:custGeom xmlns:a="http://schemas.openxmlformats.org/drawingml/2006/main">
            <a:pathLst>
              <a:path w="86579" h="82844">
                <a:moveTo>
                  <a:pt x="86579" y="39707"/>
                </a:moveTo>
                <a:lnTo>
                  <a:pt x="1657" y="828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43" name="inicio">
            <a:extLst xmlns:a="http://schemas.openxmlformats.org/drawingml/2006/main">
              <a:ext uri="{FF2B5EF4-FFF2-40B4-BE49-F238E27FC236}">
                <a16:creationId xmlns:a16="http://schemas.microsoft.com/office/drawing/2014/main" id="{0DF3AE63-E1B1-4FB4-AE35-8A3BC340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44" name="shape-343">
            <a:extLst xmlns:a="http://schemas.openxmlformats.org/drawingml/2006/main">
              <a:ext uri="{FF2B5EF4-FFF2-40B4-BE49-F238E27FC236}">
                <a16:creationId xmlns:a16="http://schemas.microsoft.com/office/drawing/2014/main" id="{90004D8D-349D-484C-B290-FB7431A8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6227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382B"/>
            </a:solidFill>
            <a:prstDash val="solid"/>
          </a:ln>
        </p:spPr>
      </p:sp>
      <p:sp>
        <p:nvSpPr>
          <p:cNvPr id="45" name="flow-344">
            <a:extLst xmlns:a="http://schemas.openxmlformats.org/drawingml/2006/main">
              <a:ext uri="{FF2B5EF4-FFF2-40B4-BE49-F238E27FC236}">
                <a16:creationId xmlns:a16="http://schemas.microsoft.com/office/drawing/2014/main" id="{E2BC2EA9-6EF6-4887-AD27-F3BA5058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62275"/>
            <a:ext cx="190500" cy="80010"/>
          </a:xfrm>
          <a:custGeom xmlns:a="http://schemas.openxmlformats.org/drawingml/2006/main">
            <a:pathLst>
              <a:path w="190500" h="80010">
                <a:moveTo>
                  <a:pt x="0" y="0"/>
                </a:moveTo>
                <a:lnTo>
                  <a:pt x="95250" y="80010"/>
                </a:ln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46" name="shape-345">
            <a:extLst xmlns:a="http://schemas.openxmlformats.org/drawingml/2006/main">
              <a:ext uri="{FF2B5EF4-FFF2-40B4-BE49-F238E27FC236}">
                <a16:creationId xmlns:a16="http://schemas.microsoft.com/office/drawing/2014/main" id="{87848DB2-5C66-4A77-A3B9-36C0457F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76600"/>
            <a:ext cx="1009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Consulta</a:t>
            </a:r>
          </a:p>
        </p:txBody>
      </p:sp>
      <p:sp>
        <p:nvSpPr>
          <p:cNvPr id="47" name="atender">
            <a:extLst xmlns:a="http://schemas.openxmlformats.org/drawingml/2006/main">
              <a:ext uri="{FF2B5EF4-FFF2-40B4-BE49-F238E27FC236}">
                <a16:creationId xmlns:a16="http://schemas.microsoft.com/office/drawing/2014/main" id="{90352F84-9C18-4AE5-87B4-EF689AFC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6700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48" name="flow-346">
            <a:extLst xmlns:a="http://schemas.openxmlformats.org/drawingml/2006/main">
              <a:ext uri="{FF2B5EF4-FFF2-40B4-BE49-F238E27FC236}">
                <a16:creationId xmlns:a16="http://schemas.microsoft.com/office/drawing/2014/main" id="{601E42C7-E53B-4503-9B40-AF69A28C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733675"/>
            <a:ext cx="200025" cy="209550"/>
          </a:xfrm>
          <a:custGeom xmlns:a="http://schemas.openxmlformats.org/drawingml/2006/main">
            <a:pathLst>
              <a:path w="200025" h="209550">
                <a:moveTo>
                  <a:pt x="0" y="114300"/>
                </a:moveTo>
                <a:lnTo>
                  <a:pt x="0" y="66675"/>
                </a:lnTo>
                <a:lnTo>
                  <a:pt x="28575" y="47625"/>
                </a:lnTo>
                <a:lnTo>
                  <a:pt x="47625" y="76200"/>
                </a:lnTo>
                <a:lnTo>
                  <a:pt x="47625" y="9525"/>
                </a:lnTo>
                <a:lnTo>
                  <a:pt x="76200" y="9525"/>
                </a:lnTo>
                <a:lnTo>
                  <a:pt x="76200" y="76200"/>
                </a:lnTo>
                <a:lnTo>
                  <a:pt x="95250" y="0"/>
                </a:lnTo>
                <a:lnTo>
                  <a:pt x="123825" y="9525"/>
                </a:lnTo>
                <a:lnTo>
                  <a:pt x="114300" y="85725"/>
                </a:lnTo>
                <a:lnTo>
                  <a:pt x="142875" y="28575"/>
                </a:lnTo>
                <a:lnTo>
                  <a:pt x="171450" y="38100"/>
                </a:lnTo>
                <a:lnTo>
                  <a:pt x="152400" y="123825"/>
                </a:lnTo>
                <a:lnTo>
                  <a:pt x="180975" y="95250"/>
                </a:lnTo>
                <a:lnTo>
                  <a:pt x="200025" y="114300"/>
                </a:lnTo>
                <a:lnTo>
                  <a:pt x="152400" y="209550"/>
                </a:lnTo>
                <a:lnTo>
                  <a:pt x="57150" y="209550"/>
                </a:ln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49" name="shape-347">
            <a:extLst xmlns:a="http://schemas.openxmlformats.org/drawingml/2006/main">
              <a:ext uri="{FF2B5EF4-FFF2-40B4-BE49-F238E27FC236}">
                <a16:creationId xmlns:a16="http://schemas.microsoft.com/office/drawing/2014/main" id="{31B4F7BC-7FF7-46B0-B222-11FDACDB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14650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Atender consulta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y mostrar productos</a:t>
            </a:r>
          </a:p>
        </p:txBody>
      </p:sp>
      <p:sp>
        <p:nvSpPr>
          <p:cNvPr id="50" name="verificar">
            <a:extLst xmlns:a="http://schemas.openxmlformats.org/drawingml/2006/main">
              <a:ext uri="{FF2B5EF4-FFF2-40B4-BE49-F238E27FC236}">
                <a16:creationId xmlns:a16="http://schemas.microsoft.com/office/drawing/2014/main" id="{022E0B88-A7D8-4DF1-A062-FA84835B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51" name="flow-348">
            <a:extLst xmlns:a="http://schemas.openxmlformats.org/drawingml/2006/main">
              <a:ext uri="{FF2B5EF4-FFF2-40B4-BE49-F238E27FC236}">
                <a16:creationId xmlns:a16="http://schemas.microsoft.com/office/drawing/2014/main" id="{8D5E77C9-AFD1-49C3-8F7C-D2AAC07C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733675"/>
            <a:ext cx="200025" cy="209550"/>
          </a:xfrm>
          <a:custGeom xmlns:a="http://schemas.openxmlformats.org/drawingml/2006/main">
            <a:pathLst>
              <a:path w="200025" h="209550">
                <a:moveTo>
                  <a:pt x="0" y="114300"/>
                </a:moveTo>
                <a:lnTo>
                  <a:pt x="0" y="66675"/>
                </a:lnTo>
                <a:lnTo>
                  <a:pt x="28575" y="47625"/>
                </a:lnTo>
                <a:lnTo>
                  <a:pt x="47625" y="76200"/>
                </a:lnTo>
                <a:lnTo>
                  <a:pt x="47625" y="9525"/>
                </a:lnTo>
                <a:lnTo>
                  <a:pt x="76200" y="9525"/>
                </a:lnTo>
                <a:lnTo>
                  <a:pt x="76200" y="76200"/>
                </a:lnTo>
                <a:lnTo>
                  <a:pt x="95250" y="0"/>
                </a:lnTo>
                <a:lnTo>
                  <a:pt x="123825" y="9525"/>
                </a:lnTo>
                <a:lnTo>
                  <a:pt x="114300" y="85725"/>
                </a:lnTo>
                <a:lnTo>
                  <a:pt x="142875" y="28575"/>
                </a:lnTo>
                <a:lnTo>
                  <a:pt x="171450" y="38100"/>
                </a:lnTo>
                <a:lnTo>
                  <a:pt x="152400" y="123825"/>
                </a:lnTo>
                <a:lnTo>
                  <a:pt x="180975" y="95250"/>
                </a:lnTo>
                <a:lnTo>
                  <a:pt x="200025" y="114300"/>
                </a:lnTo>
                <a:lnTo>
                  <a:pt x="152400" y="209550"/>
                </a:lnTo>
                <a:lnTo>
                  <a:pt x="57150" y="209550"/>
                </a:ln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52" name="shape-349">
            <a:extLst xmlns:a="http://schemas.openxmlformats.org/drawingml/2006/main">
              <a:ext uri="{FF2B5EF4-FFF2-40B4-BE49-F238E27FC236}">
                <a16:creationId xmlns:a16="http://schemas.microsoft.com/office/drawing/2014/main" id="{644B5233-283A-40F5-80C7-4CD66D9F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14650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Verificar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existencias</a:t>
            </a:r>
          </a:p>
        </p:txBody>
      </p:sp>
      <p:sp>
        <p:nvSpPr>
          <p:cNvPr id="53" name="stock">
            <a:extLst xmlns:a="http://schemas.openxmlformats.org/drawingml/2006/main">
              <a:ext uri="{FF2B5EF4-FFF2-40B4-BE49-F238E27FC236}">
                <a16:creationId xmlns:a16="http://schemas.microsoft.com/office/drawing/2014/main" id="{0586F1C5-0F23-406B-A9FD-B18E324B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28925"/>
            <a:ext cx="476250" cy="476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54" name="shape-350">
            <a:extLst xmlns:a="http://schemas.openxmlformats.org/drawingml/2006/main">
              <a:ext uri="{FF2B5EF4-FFF2-40B4-BE49-F238E27FC236}">
                <a16:creationId xmlns:a16="http://schemas.microsoft.com/office/drawing/2014/main" id="{7A2F4091-0BBA-4511-9A82-711ED021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86075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55" name="shape-351">
            <a:extLst xmlns:a="http://schemas.openxmlformats.org/drawingml/2006/main">
              <a:ext uri="{FF2B5EF4-FFF2-40B4-BE49-F238E27FC236}">
                <a16:creationId xmlns:a16="http://schemas.microsoft.com/office/drawing/2014/main" id="{0C6120C1-BADA-4AED-A4E7-F00FB59C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¿Hay stock?</a:t>
            </a:r>
          </a:p>
        </p:txBody>
      </p:sp>
      <p:sp>
        <p:nvSpPr>
          <p:cNvPr id="56" name="registrar">
            <a:extLst xmlns:a="http://schemas.openxmlformats.org/drawingml/2006/main">
              <a:ext uri="{FF2B5EF4-FFF2-40B4-BE49-F238E27FC236}">
                <a16:creationId xmlns:a16="http://schemas.microsoft.com/office/drawing/2014/main" id="{3B32478B-F506-4860-8688-4EFCF5A8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57" name="flow-352">
            <a:extLst xmlns:a="http://schemas.openxmlformats.org/drawingml/2006/main">
              <a:ext uri="{FF2B5EF4-FFF2-40B4-BE49-F238E27FC236}">
                <a16:creationId xmlns:a16="http://schemas.microsoft.com/office/drawing/2014/main" id="{6D5B62DA-98F5-4480-89EB-0BD1251B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33675"/>
            <a:ext cx="200025" cy="209550"/>
          </a:xfrm>
          <a:custGeom xmlns:a="http://schemas.openxmlformats.org/drawingml/2006/main">
            <a:pathLst>
              <a:path w="200025" h="209550">
                <a:moveTo>
                  <a:pt x="0" y="114300"/>
                </a:moveTo>
                <a:lnTo>
                  <a:pt x="0" y="66675"/>
                </a:lnTo>
                <a:lnTo>
                  <a:pt x="28575" y="47625"/>
                </a:lnTo>
                <a:lnTo>
                  <a:pt x="47625" y="76200"/>
                </a:lnTo>
                <a:lnTo>
                  <a:pt x="47625" y="9525"/>
                </a:lnTo>
                <a:lnTo>
                  <a:pt x="76200" y="9525"/>
                </a:lnTo>
                <a:lnTo>
                  <a:pt x="76200" y="76200"/>
                </a:lnTo>
                <a:lnTo>
                  <a:pt x="95250" y="0"/>
                </a:lnTo>
                <a:lnTo>
                  <a:pt x="123825" y="9525"/>
                </a:lnTo>
                <a:lnTo>
                  <a:pt x="114300" y="85725"/>
                </a:lnTo>
                <a:lnTo>
                  <a:pt x="142875" y="28575"/>
                </a:lnTo>
                <a:lnTo>
                  <a:pt x="171450" y="38100"/>
                </a:lnTo>
                <a:lnTo>
                  <a:pt x="152400" y="123825"/>
                </a:lnTo>
                <a:lnTo>
                  <a:pt x="180975" y="95250"/>
                </a:lnTo>
                <a:lnTo>
                  <a:pt x="200025" y="114300"/>
                </a:lnTo>
                <a:lnTo>
                  <a:pt x="152400" y="209550"/>
                </a:lnTo>
                <a:lnTo>
                  <a:pt x="57150" y="209550"/>
                </a:ln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58" name="shape-353">
            <a:extLst xmlns:a="http://schemas.openxmlformats.org/drawingml/2006/main">
              <a:ext uri="{FF2B5EF4-FFF2-40B4-BE49-F238E27FC236}">
                <a16:creationId xmlns:a16="http://schemas.microsoft.com/office/drawing/2014/main" id="{A1963832-5270-4340-9013-731172A7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914650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Registrar pedido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y forma de entrega</a:t>
            </a:r>
          </a:p>
        </p:txBody>
      </p:sp>
      <p:sp>
        <p:nvSpPr>
          <p:cNvPr id="59" name="informar">
            <a:extLst xmlns:a="http://schemas.openxmlformats.org/drawingml/2006/main">
              <a:ext uri="{FF2B5EF4-FFF2-40B4-BE49-F238E27FC236}">
                <a16:creationId xmlns:a16="http://schemas.microsoft.com/office/drawing/2014/main" id="{8C8E2959-B951-4021-AE13-7E74D6D8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95675"/>
            <a:ext cx="18097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60" name="flow-354">
            <a:extLst xmlns:a="http://schemas.openxmlformats.org/drawingml/2006/main">
              <a:ext uri="{FF2B5EF4-FFF2-40B4-BE49-F238E27FC236}">
                <a16:creationId xmlns:a16="http://schemas.microsoft.com/office/drawing/2014/main" id="{B393994A-6968-46B2-B58C-E826650A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562350"/>
            <a:ext cx="200025" cy="209550"/>
          </a:xfrm>
          <a:custGeom xmlns:a="http://schemas.openxmlformats.org/drawingml/2006/main">
            <a:pathLst>
              <a:path w="200025" h="209550">
                <a:moveTo>
                  <a:pt x="0" y="114300"/>
                </a:moveTo>
                <a:lnTo>
                  <a:pt x="0" y="66675"/>
                </a:lnTo>
                <a:lnTo>
                  <a:pt x="28575" y="47625"/>
                </a:lnTo>
                <a:lnTo>
                  <a:pt x="47625" y="76200"/>
                </a:lnTo>
                <a:lnTo>
                  <a:pt x="47625" y="9525"/>
                </a:lnTo>
                <a:lnTo>
                  <a:pt x="76200" y="9525"/>
                </a:lnTo>
                <a:lnTo>
                  <a:pt x="76200" y="76200"/>
                </a:lnTo>
                <a:lnTo>
                  <a:pt x="95250" y="0"/>
                </a:lnTo>
                <a:lnTo>
                  <a:pt x="123825" y="9525"/>
                </a:lnTo>
                <a:lnTo>
                  <a:pt x="114300" y="85725"/>
                </a:lnTo>
                <a:lnTo>
                  <a:pt x="142875" y="28575"/>
                </a:lnTo>
                <a:lnTo>
                  <a:pt x="171450" y="38100"/>
                </a:lnTo>
                <a:lnTo>
                  <a:pt x="152400" y="123825"/>
                </a:lnTo>
                <a:lnTo>
                  <a:pt x="180975" y="95250"/>
                </a:lnTo>
                <a:lnTo>
                  <a:pt x="200025" y="114300"/>
                </a:lnTo>
                <a:lnTo>
                  <a:pt x="152400" y="209550"/>
                </a:lnTo>
                <a:lnTo>
                  <a:pt x="57150" y="209550"/>
                </a:ln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61" name="shape-355">
            <a:extLst xmlns:a="http://schemas.openxmlformats.org/drawingml/2006/main">
              <a:ext uri="{FF2B5EF4-FFF2-40B4-BE49-F238E27FC236}">
                <a16:creationId xmlns:a16="http://schemas.microsoft.com/office/drawing/2014/main" id="{663F16FC-3107-4A28-9DE2-9064AACA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86175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Informar falta</a:t>
            </a:r>
          </a:p>
          <a:p xmlns:a="http://schemas.openxmlformats.org/drawingml/2006/main">
            <a: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de disponibilidad</a:t>
            </a:r>
          </a:p>
        </p:txBody>
      </p:sp>
      <p:sp>
        <p:nvSpPr>
          <p:cNvPr id="62" name="sinventa">
            <a:extLst xmlns:a="http://schemas.openxmlformats.org/drawingml/2006/main">
              <a:ext uri="{FF2B5EF4-FFF2-40B4-BE49-F238E27FC236}">
                <a16:creationId xmlns:a16="http://schemas.microsoft.com/office/drawing/2014/main" id="{FFBEB4B4-FF93-4B46-A426-9475385F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4382B"/>
            </a:solidFill>
            <a:prstDash val="solid"/>
          </a:ln>
        </p:spPr>
      </p:sp>
      <p:sp>
        <p:nvSpPr>
          <p:cNvPr id="63" name="shape-356">
            <a:extLst xmlns:a="http://schemas.openxmlformats.org/drawingml/2006/main">
              <a:ext uri="{FF2B5EF4-FFF2-40B4-BE49-F238E27FC236}">
                <a16:creationId xmlns:a16="http://schemas.microsoft.com/office/drawing/2014/main" id="{B018A87C-E47A-4D67-BE18-86E6972A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38600"/>
            <a:ext cx="1009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Sin pedido</a:t>
            </a:r>
          </a:p>
        </p:txBody>
      </p:sp>
      <p:sp>
        <p:nvSpPr>
          <p:cNvPr id="64" name="preparar">
            <a:extLst xmlns:a="http://schemas.openxmlformats.org/drawingml/2006/main">
              <a:ext uri="{FF2B5EF4-FFF2-40B4-BE49-F238E27FC236}">
                <a16:creationId xmlns:a16="http://schemas.microsoft.com/office/drawing/2014/main" id="{B8593F96-CC3F-41F8-B4A4-27693B8D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19625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65" name="flow-357">
            <a:extLst xmlns:a="http://schemas.openxmlformats.org/drawingml/2006/main">
              <a:ext uri="{FF2B5EF4-FFF2-40B4-BE49-F238E27FC236}">
                <a16:creationId xmlns:a16="http://schemas.microsoft.com/office/drawing/2014/main" id="{233686FC-9CC7-4092-815D-F407BC4A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4686300"/>
            <a:ext cx="200025" cy="209550"/>
          </a:xfrm>
          <a:custGeom xmlns:a="http://schemas.openxmlformats.org/drawingml/2006/main">
            <a:pathLst>
              <a:path w="200025" h="209550">
                <a:moveTo>
                  <a:pt x="0" y="114300"/>
                </a:moveTo>
                <a:lnTo>
                  <a:pt x="0" y="66675"/>
                </a:lnTo>
                <a:lnTo>
                  <a:pt x="28575" y="47625"/>
                </a:lnTo>
                <a:lnTo>
                  <a:pt x="47625" y="76200"/>
                </a:lnTo>
                <a:lnTo>
                  <a:pt x="47625" y="9525"/>
                </a:lnTo>
                <a:lnTo>
                  <a:pt x="76200" y="9525"/>
                </a:lnTo>
                <a:lnTo>
                  <a:pt x="76200" y="76200"/>
                </a:lnTo>
                <a:lnTo>
                  <a:pt x="95250" y="0"/>
                </a:lnTo>
                <a:lnTo>
                  <a:pt x="123825" y="9525"/>
                </a:lnTo>
                <a:lnTo>
                  <a:pt x="114300" y="85725"/>
                </a:lnTo>
                <a:lnTo>
                  <a:pt x="142875" y="28575"/>
                </a:lnTo>
                <a:lnTo>
                  <a:pt x="171450" y="38100"/>
                </a:lnTo>
                <a:lnTo>
                  <a:pt x="152400" y="123825"/>
                </a:lnTo>
                <a:lnTo>
                  <a:pt x="180975" y="95250"/>
                </a:lnTo>
                <a:lnTo>
                  <a:pt x="200025" y="114300"/>
                </a:lnTo>
                <a:lnTo>
                  <a:pt x="152400" y="209550"/>
                </a:lnTo>
                <a:lnTo>
                  <a:pt x="57150" y="209550"/>
                </a:ln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66" name="shape-358">
            <a:extLst xmlns:a="http://schemas.openxmlformats.org/drawingml/2006/main">
              <a:ext uri="{FF2B5EF4-FFF2-40B4-BE49-F238E27FC236}">
                <a16:creationId xmlns:a16="http://schemas.microsoft.com/office/drawing/2014/main" id="{323BB78B-A69E-4664-BC37-3D7BA19F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867275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Preparar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arreglo floral</a:t>
            </a:r>
          </a:p>
        </p:txBody>
      </p:sp>
      <p:sp>
        <p:nvSpPr>
          <p:cNvPr id="67" name="entregar">
            <a:extLst xmlns:a="http://schemas.openxmlformats.org/drawingml/2006/main">
              <a:ext uri="{FF2B5EF4-FFF2-40B4-BE49-F238E27FC236}">
                <a16:creationId xmlns:a16="http://schemas.microsoft.com/office/drawing/2014/main" id="{FCE46467-4821-4E1A-90B0-04AAC37F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953125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68" name="flow-359">
            <a:extLst xmlns:a="http://schemas.openxmlformats.org/drawingml/2006/main">
              <a:ext uri="{FF2B5EF4-FFF2-40B4-BE49-F238E27FC236}">
                <a16:creationId xmlns:a16="http://schemas.microsoft.com/office/drawing/2014/main" id="{4670C75E-0643-4AC9-8994-A3EE8CDB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1525" y="6019800"/>
            <a:ext cx="200025" cy="209550"/>
          </a:xfrm>
          <a:custGeom xmlns:a="http://schemas.openxmlformats.org/drawingml/2006/main">
            <a:pathLst>
              <a:path w="200025" h="209550">
                <a:moveTo>
                  <a:pt x="0" y="114300"/>
                </a:moveTo>
                <a:lnTo>
                  <a:pt x="0" y="66675"/>
                </a:lnTo>
                <a:lnTo>
                  <a:pt x="28575" y="47625"/>
                </a:lnTo>
                <a:lnTo>
                  <a:pt x="47625" y="76200"/>
                </a:lnTo>
                <a:lnTo>
                  <a:pt x="47625" y="9525"/>
                </a:lnTo>
                <a:lnTo>
                  <a:pt x="76200" y="9525"/>
                </a:lnTo>
                <a:lnTo>
                  <a:pt x="76200" y="76200"/>
                </a:lnTo>
                <a:lnTo>
                  <a:pt x="95250" y="0"/>
                </a:lnTo>
                <a:lnTo>
                  <a:pt x="123825" y="9525"/>
                </a:lnTo>
                <a:lnTo>
                  <a:pt x="114300" y="85725"/>
                </a:lnTo>
                <a:lnTo>
                  <a:pt x="142875" y="28575"/>
                </a:lnTo>
                <a:lnTo>
                  <a:pt x="171450" y="38100"/>
                </a:lnTo>
                <a:lnTo>
                  <a:pt x="152400" y="123825"/>
                </a:lnTo>
                <a:lnTo>
                  <a:pt x="180975" y="95250"/>
                </a:lnTo>
                <a:lnTo>
                  <a:pt x="200025" y="114300"/>
                </a:lnTo>
                <a:lnTo>
                  <a:pt x="152400" y="209550"/>
                </a:lnTo>
                <a:lnTo>
                  <a:pt x="57150" y="209550"/>
                </a:ln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69" name="shape-360">
            <a:extLst xmlns:a="http://schemas.openxmlformats.org/drawingml/2006/main">
              <a:ext uri="{FF2B5EF4-FFF2-40B4-BE49-F238E27FC236}">
                <a16:creationId xmlns:a16="http://schemas.microsoft.com/office/drawing/2014/main" id="{8B0CCC5C-525D-453E-88E2-083E9311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200775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Coordinar entrega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y validar pago</a:t>
            </a:r>
          </a:p>
        </p:txBody>
      </p:sp>
      <p:sp>
        <p:nvSpPr>
          <p:cNvPr id="70" name="fin">
            <a:extLst xmlns:a="http://schemas.openxmlformats.org/drawingml/2006/main">
              <a:ext uri="{FF2B5EF4-FFF2-40B4-BE49-F238E27FC236}">
                <a16:creationId xmlns:a16="http://schemas.microsoft.com/office/drawing/2014/main" id="{8626688A-6697-41B7-BC32-48118A2C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6134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4382B"/>
            </a:solidFill>
            <a:prstDash val="solid"/>
          </a:ln>
        </p:spPr>
      </p:sp>
      <p:sp>
        <p:nvSpPr>
          <p:cNvPr id="71" name="shape-361">
            <a:extLst xmlns:a="http://schemas.openxmlformats.org/drawingml/2006/main">
              <a:ext uri="{FF2B5EF4-FFF2-40B4-BE49-F238E27FC236}">
                <a16:creationId xmlns:a16="http://schemas.microsoft.com/office/drawing/2014/main" id="{B546B1A0-55FA-41F9-9586-B908DE5D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6553200"/>
            <a:ext cx="1009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Pedido entregado</a:t>
            </a:r>
          </a:p>
        </p:txBody>
      </p:sp>
      <p:sp>
        <p:nvSpPr>
          <p:cNvPr id="72" name="shape-362">
            <a:extLst xmlns:a="http://schemas.openxmlformats.org/drawingml/2006/main">
              <a:ext uri="{FF2B5EF4-FFF2-40B4-BE49-F238E27FC236}">
                <a16:creationId xmlns:a16="http://schemas.microsoft.com/office/drawing/2014/main" id="{676FBB1D-3D06-4742-A872-299FB7D2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5807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Inicio / fin     Tarea manual o de usuario     Tarea de servicio     X Decisión exclusiva</a:t>
            </a:r>
          </a:p>
        </p:txBody>
      </p:sp>
      <p:sp>
        <p:nvSpPr>
          <p:cNvPr id="73" name="shape-363">
            <a:extLst xmlns:a="http://schemas.openxmlformats.org/drawingml/2006/main">
              <a:ext uri="{FF2B5EF4-FFF2-40B4-BE49-F238E27FC236}">
                <a16:creationId xmlns:a16="http://schemas.microsoft.com/office/drawing/2014/main" id="{45361255-BE26-4AF2-8CDC-218FD629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78192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Flujo continuo dentro del participante. Mensajes discontinuos entre participantes. Modelo de diseño.</a:t>
            </a:r>
          </a:p>
        </p:txBody>
      </p:sp>
    </p:spTree>
    <p:extLst>
      <p:ext uri="{BB962C8B-B14F-4D97-AF65-F5344CB8AC3E}">
        <p14:creationId xmlns:p14="http://schemas.microsoft.com/office/powerpoint/2010/main" val="3698986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shape-364">
            <a:extLst xmlns:a="http://schemas.openxmlformats.org/drawingml/2006/main">
              <a:ext uri="{FF2B5EF4-FFF2-40B4-BE49-F238E27FC236}">
                <a16:creationId xmlns:a16="http://schemas.microsoft.com/office/drawing/2014/main" id="{48E612FA-A7C1-41ED-8516-C4AA0566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CAPÍTULO 3  /  BPMN 2.0</a:t>
            </a:r>
          </a:p>
        </p:txBody>
      </p:sp>
      <p:sp>
        <p:nvSpPr>
          <p:cNvPr id="2" name="shape-365">
            <a:extLst xmlns:a="http://schemas.openxmlformats.org/drawingml/2006/main">
              <a:ext uri="{FF2B5EF4-FFF2-40B4-BE49-F238E27FC236}">
                <a16:creationId xmlns:a16="http://schemas.microsoft.com/office/drawing/2014/main" id="{5E9A754C-B97F-4A16-8670-C504AAEB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14E35"/>
                </a:solidFill>
                <a:latin typeface="Georgia"/>
                <a:ea typeface="Georgia"/>
                <a:cs typeface="Georgia"/>
              </a:rPr>
              <a:t>Recepción de pedidos TO-BE</a:t>
            </a:r>
          </a:p>
        </p:txBody>
      </p:sp>
      <p:sp>
        <p:nvSpPr>
          <p:cNvPr id="3" name="shape-366">
            <a:extLst xmlns:a="http://schemas.openxmlformats.org/drawingml/2006/main">
              <a:ext uri="{FF2B5EF4-FFF2-40B4-BE49-F238E27FC236}">
                <a16:creationId xmlns:a16="http://schemas.microsoft.com/office/drawing/2014/main" id="{11225231-C2E0-49DB-A742-BCCB21F3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5340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Alma Floral  ·  Herramientas de Desarrollo</a:t>
            </a:r>
          </a:p>
        </p:txBody>
      </p:sp>
      <p:sp>
        <p:nvSpPr>
          <p:cNvPr id="4" name="shape-367">
            <a:extLst xmlns:a="http://schemas.openxmlformats.org/drawingml/2006/main">
              <a:ext uri="{FF2B5EF4-FFF2-40B4-BE49-F238E27FC236}">
                <a16:creationId xmlns:a16="http://schemas.microsoft.com/office/drawing/2014/main" id="{3D2CE470-621E-48AF-A93A-89224168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153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shape-368">
            <a:extLst xmlns:a="http://schemas.openxmlformats.org/drawingml/2006/main">
              <a:ext uri="{FF2B5EF4-FFF2-40B4-BE49-F238E27FC236}">
                <a16:creationId xmlns:a16="http://schemas.microsoft.com/office/drawing/2014/main" id="{5EC10311-253B-4A38-BAEA-A8AF0B9A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438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CA294"/>
            </a:solidFill>
            <a:prstDash val="solid"/>
          </a:ln>
        </p:spPr>
      </p:sp>
      <p:sp>
        <p:nvSpPr>
          <p:cNvPr id="6" name="shape-369">
            <a:extLst xmlns:a="http://schemas.openxmlformats.org/drawingml/2006/main">
              <a:ext uri="{FF2B5EF4-FFF2-40B4-BE49-F238E27FC236}">
                <a16:creationId xmlns:a16="http://schemas.microsoft.com/office/drawing/2014/main" id="{9D1DEA4F-C938-4E03-8531-83104ACD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CLIENTE</a:t>
            </a:r>
          </a:p>
        </p:txBody>
      </p:sp>
      <p:sp>
        <p:nvSpPr>
          <p:cNvPr id="7" name="shape-370">
            <a:extLst xmlns:a="http://schemas.openxmlformats.org/drawingml/2006/main">
              <a:ext uri="{FF2B5EF4-FFF2-40B4-BE49-F238E27FC236}">
                <a16:creationId xmlns:a16="http://schemas.microsoft.com/office/drawing/2014/main" id="{22483222-DE10-4F00-B55D-FB5C701C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6002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Participante externo</a:t>
            </a:r>
          </a:p>
        </p:txBody>
      </p:sp>
      <p:sp>
        <p:nvSpPr>
          <p:cNvPr id="8" name="shape-371">
            <a:extLst xmlns:a="http://schemas.openxmlformats.org/drawingml/2006/main">
              <a:ext uri="{FF2B5EF4-FFF2-40B4-BE49-F238E27FC236}">
                <a16:creationId xmlns:a16="http://schemas.microsoft.com/office/drawing/2014/main" id="{DE179E61-3F50-41DC-81A9-58DDA46F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81250"/>
            <a:ext cx="143827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CA294"/>
            </a:solidFill>
            <a:prstDash val="solid"/>
          </a:ln>
        </p:spPr>
      </p:sp>
      <p:sp>
        <p:nvSpPr>
          <p:cNvPr id="9" name="shape-372">
            <a:extLst xmlns:a="http://schemas.openxmlformats.org/drawingml/2006/main">
              <a:ext uri="{FF2B5EF4-FFF2-40B4-BE49-F238E27FC236}">
                <a16:creationId xmlns:a16="http://schemas.microsoft.com/office/drawing/2014/main" id="{79941DC7-00D8-491A-BCB8-CEAA0453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526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ALMA FLORAL</a:t>
            </a:r>
          </a:p>
        </p:txBody>
      </p:sp>
      <p:sp>
        <p:nvSpPr>
          <p:cNvPr id="10" name="shape-373">
            <a:extLst xmlns:a="http://schemas.openxmlformats.org/drawingml/2006/main">
              <a:ext uri="{FF2B5EF4-FFF2-40B4-BE49-F238E27FC236}">
                <a16:creationId xmlns:a16="http://schemas.microsoft.com/office/drawing/2014/main" id="{885BE298-06D8-4A15-91AF-197ECE1A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40493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11" name="shape-374">
            <a:extLst xmlns:a="http://schemas.openxmlformats.org/drawingml/2006/main">
              <a:ext uri="{FF2B5EF4-FFF2-40B4-BE49-F238E27FC236}">
                <a16:creationId xmlns:a16="http://schemas.microsoft.com/office/drawing/2014/main" id="{CE415155-6B7F-452F-9854-D4B634F2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953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0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12" name="shape-375">
            <a:extLst xmlns:a="http://schemas.openxmlformats.org/drawingml/2006/main">
              <a:ext uri="{FF2B5EF4-FFF2-40B4-BE49-F238E27FC236}">
                <a16:creationId xmlns:a16="http://schemas.microsoft.com/office/drawing/2014/main" id="{4C83E434-A32D-427D-B392-798F0F7E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19438"/>
            <a:ext cx="1000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Sistema web</a:t>
            </a:r>
          </a:p>
        </p:txBody>
      </p:sp>
      <p:sp>
        <p:nvSpPr>
          <p:cNvPr id="13" name="shape-376">
            <a:extLst xmlns:a="http://schemas.openxmlformats.org/drawingml/2006/main">
              <a:ext uri="{FF2B5EF4-FFF2-40B4-BE49-F238E27FC236}">
                <a16:creationId xmlns:a16="http://schemas.microsoft.com/office/drawing/2014/main" id="{7C2D2A3B-1CEE-4851-B15A-C71CE9AE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40493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14" name="shape-377">
            <a:extLst xmlns:a="http://schemas.openxmlformats.org/drawingml/2006/main">
              <a:ext uri="{FF2B5EF4-FFF2-40B4-BE49-F238E27FC236}">
                <a16:creationId xmlns:a16="http://schemas.microsoft.com/office/drawing/2014/main" id="{C52316A3-DF6A-49F0-A679-EDC88E21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0953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0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15" name="shape-378">
            <a:extLst xmlns:a="http://schemas.openxmlformats.org/drawingml/2006/main">
              <a:ext uri="{FF2B5EF4-FFF2-40B4-BE49-F238E27FC236}">
                <a16:creationId xmlns:a16="http://schemas.microsoft.com/office/drawing/2014/main" id="{E8DB5084-6C1D-4575-905C-2A35012F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62500"/>
            <a:ext cx="1000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Atención</a:t>
            </a:r>
          </a:p>
          <a:p xmlns:a="http://schemas.openxmlformats.org/drawingml/2006/main">
            <a: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comercial</a:t>
            </a:r>
          </a:p>
        </p:txBody>
      </p:sp>
      <p:sp>
        <p:nvSpPr>
          <p:cNvPr id="16" name="shape-379">
            <a:extLst xmlns:a="http://schemas.openxmlformats.org/drawingml/2006/main">
              <a:ext uri="{FF2B5EF4-FFF2-40B4-BE49-F238E27FC236}">
                <a16:creationId xmlns:a16="http://schemas.microsoft.com/office/drawing/2014/main" id="{5D7AD791-C369-4B1B-B0FC-FCA7D566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14049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17" name="shape-380">
            <a:extLst xmlns:a="http://schemas.openxmlformats.org/drawingml/2006/main">
              <a:ext uri="{FF2B5EF4-FFF2-40B4-BE49-F238E27FC236}">
                <a16:creationId xmlns:a16="http://schemas.microsoft.com/office/drawing/2014/main" id="{A04F76ED-10D9-4F55-9A08-E8238551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1095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0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18" name="shape-381">
            <a:extLst xmlns:a="http://schemas.openxmlformats.org/drawingml/2006/main">
              <a:ext uri="{FF2B5EF4-FFF2-40B4-BE49-F238E27FC236}">
                <a16:creationId xmlns:a16="http://schemas.microsoft.com/office/drawing/2014/main" id="{37B75D34-83DD-4D60-974B-7FCD5C93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19813"/>
            <a:ext cx="1000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Producción</a:t>
            </a:r>
          </a:p>
          <a:p xmlns:a="http://schemas.openxmlformats.org/drawingml/2006/main">
            <a: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y entrega</a:t>
            </a:r>
          </a:p>
        </p:txBody>
      </p:sp>
      <p:sp>
        <p:nvSpPr>
          <p:cNvPr id="19" name="flow-382">
            <a:extLst xmlns:a="http://schemas.openxmlformats.org/drawingml/2006/main">
              <a:ext uri="{FF2B5EF4-FFF2-40B4-BE49-F238E27FC236}">
                <a16:creationId xmlns:a16="http://schemas.microsoft.com/office/drawing/2014/main" id="{9398C1AD-3FAB-4DF1-8C4E-606B271A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95500"/>
            <a:ext cx="9525" cy="762000"/>
          </a:xfrm>
          <a:custGeom xmlns:a="http://schemas.openxmlformats.org/drawingml/2006/main">
            <a:pathLst>
              <a:path w="9525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7A8A"/>
            </a:solidFill>
            <a:prstDash val="dash"/>
          </a:ln>
        </p:spPr>
      </p:sp>
      <p:sp>
        <p:nvSpPr>
          <p:cNvPr id="20" name="flow-383">
            <a:extLst xmlns:a="http://schemas.openxmlformats.org/drawingml/2006/main">
              <a:ext uri="{FF2B5EF4-FFF2-40B4-BE49-F238E27FC236}">
                <a16:creationId xmlns:a16="http://schemas.microsoft.com/office/drawing/2014/main" id="{4B00FE8E-BF47-4A33-87A2-9C0FE0C7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270" y="2771732"/>
            <a:ext cx="82861" cy="85768"/>
          </a:xfrm>
          <a:custGeom xmlns:a="http://schemas.openxmlformats.org/drawingml/2006/main">
            <a:pathLst>
              <a:path w="82861" h="85768">
                <a:moveTo>
                  <a:pt x="0" y="0"/>
                </a:moveTo>
                <a:lnTo>
                  <a:pt x="41430" y="85768"/>
                </a:lnTo>
                <a:lnTo>
                  <a:pt x="828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7A8A"/>
            </a:solidFill>
            <a:prstDash val="solid"/>
          </a:ln>
        </p:spPr>
      </p:sp>
      <p:sp>
        <p:nvSpPr>
          <p:cNvPr id="21" name="shape-384">
            <a:extLst xmlns:a="http://schemas.openxmlformats.org/drawingml/2006/main">
              <a:ext uri="{FF2B5EF4-FFF2-40B4-BE49-F238E27FC236}">
                <a16:creationId xmlns:a16="http://schemas.microsoft.com/office/drawing/2014/main" id="{5CE348A8-C09D-41D6-83E0-94BC6B46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57A8A"/>
            </a:solidFill>
            <a:prstDash val="solid"/>
          </a:ln>
        </p:spPr>
      </p:sp>
      <p:sp>
        <p:nvSpPr>
          <p:cNvPr id="22" name="shape-385">
            <a:extLst xmlns:a="http://schemas.openxmlformats.org/drawingml/2006/main">
              <a:ext uri="{FF2B5EF4-FFF2-40B4-BE49-F238E27FC236}">
                <a16:creationId xmlns:a16="http://schemas.microsoft.com/office/drawing/2014/main" id="{9073C667-304A-4D09-8BF4-D0AC30A8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240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56979"/>
                </a:solidFill>
                <a:latin typeface="Arial"/>
                <a:ea typeface="Arial"/>
                <a:cs typeface="Arial"/>
              </a:rPr>
              <a:t>Formulario de pedido</a:t>
            </a:r>
          </a:p>
        </p:txBody>
      </p:sp>
      <p:sp>
        <p:nvSpPr>
          <p:cNvPr id="23" name="flow-386">
            <a:extLst xmlns:a="http://schemas.openxmlformats.org/drawingml/2006/main">
              <a:ext uri="{FF2B5EF4-FFF2-40B4-BE49-F238E27FC236}">
                <a16:creationId xmlns:a16="http://schemas.microsoft.com/office/drawing/2014/main" id="{50BD6CFB-7063-4B9B-8893-03EAE357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28950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4" name="arrow-386">
            <a:extLst xmlns:a="http://schemas.openxmlformats.org/drawingml/2006/main">
              <a:ext uri="{FF2B5EF4-FFF2-40B4-BE49-F238E27FC236}">
                <a16:creationId xmlns:a16="http://schemas.microsoft.com/office/drawing/2014/main" id="{0DCCD4F2-F7A1-47E6-9943-5BF8A352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482" y="2987520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5" name="flow-387">
            <a:extLst xmlns:a="http://schemas.openxmlformats.org/drawingml/2006/main">
              <a:ext uri="{FF2B5EF4-FFF2-40B4-BE49-F238E27FC236}">
                <a16:creationId xmlns:a16="http://schemas.microsoft.com/office/drawing/2014/main" id="{06144FF9-5DDF-4E6B-8A22-9F1619A0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28950"/>
            <a:ext cx="381000" cy="9525"/>
          </a:xfrm>
          <a:custGeom xmlns:a="http://schemas.openxmlformats.org/drawingml/2006/main"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6" name="arrow-387">
            <a:extLst xmlns:a="http://schemas.openxmlformats.org/drawingml/2006/main">
              <a:ext uri="{FF2B5EF4-FFF2-40B4-BE49-F238E27FC236}">
                <a16:creationId xmlns:a16="http://schemas.microsoft.com/office/drawing/2014/main" id="{6AF8A655-C473-4AC1-A34C-A663F8ED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32" y="2987520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7" name="flow-388">
            <a:extLst xmlns:a="http://schemas.openxmlformats.org/drawingml/2006/main">
              <a:ext uri="{FF2B5EF4-FFF2-40B4-BE49-F238E27FC236}">
                <a16:creationId xmlns:a16="http://schemas.microsoft.com/office/drawing/2014/main" id="{B7678E7C-C1F6-4291-8C2D-CA1267EB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28950"/>
            <a:ext cx="476250" cy="38100"/>
          </a:xfrm>
          <a:custGeom xmlns:a="http://schemas.openxmlformats.org/drawingml/2006/main">
            <a:pathLst>
              <a:path w="476250" h="38100">
                <a:moveTo>
                  <a:pt x="0" y="0"/>
                </a:moveTo>
                <a:lnTo>
                  <a:pt x="47625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8" name="arrow-388">
            <a:extLst xmlns:a="http://schemas.openxmlformats.org/drawingml/2006/main">
              <a:ext uri="{FF2B5EF4-FFF2-40B4-BE49-F238E27FC236}">
                <a16:creationId xmlns:a16="http://schemas.microsoft.com/office/drawing/2014/main" id="{FD992B41-56B4-431C-AA0F-E84BD1A4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202" y="3018912"/>
            <a:ext cx="88798" cy="82597"/>
          </a:xfrm>
          <a:custGeom xmlns:a="http://schemas.openxmlformats.org/drawingml/2006/main">
            <a:pathLst>
              <a:path w="88798" h="82597">
                <a:moveTo>
                  <a:pt x="88798" y="48138"/>
                </a:moveTo>
                <a:lnTo>
                  <a:pt x="0" y="82597"/>
                </a:lnTo>
                <a:lnTo>
                  <a:pt x="6608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9" name="flow-389">
            <a:extLst xmlns:a="http://schemas.openxmlformats.org/drawingml/2006/main">
              <a:ext uri="{FF2B5EF4-FFF2-40B4-BE49-F238E27FC236}">
                <a16:creationId xmlns:a16="http://schemas.microsoft.com/office/drawing/2014/main" id="{AE3724B2-EEDA-4787-9166-7033E0AC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523875" cy="38100"/>
          </a:xfrm>
          <a:custGeom xmlns:a="http://schemas.openxmlformats.org/drawingml/2006/main">
            <a:pathLst>
              <a:path w="523875" h="38100">
                <a:moveTo>
                  <a:pt x="0" y="3810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0" name="arrow-389">
            <a:extLst xmlns:a="http://schemas.openxmlformats.org/drawingml/2006/main">
              <a:ext uri="{FF2B5EF4-FFF2-40B4-BE49-F238E27FC236}">
                <a16:creationId xmlns:a16="http://schemas.microsoft.com/office/drawing/2014/main" id="{E52BB85C-AF22-4EA9-A389-73C649DA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578" y="2993850"/>
            <a:ext cx="88547" cy="82643"/>
          </a:xfrm>
          <a:custGeom xmlns:a="http://schemas.openxmlformats.org/drawingml/2006/main">
            <a:pathLst>
              <a:path w="88547" h="82643">
                <a:moveTo>
                  <a:pt x="88547" y="35100"/>
                </a:moveTo>
                <a:lnTo>
                  <a:pt x="6010" y="8264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31" name="shape-390">
            <a:extLst xmlns:a="http://schemas.openxmlformats.org/drawingml/2006/main">
              <a:ext uri="{FF2B5EF4-FFF2-40B4-BE49-F238E27FC236}">
                <a16:creationId xmlns:a16="http://schemas.microsoft.com/office/drawing/2014/main" id="{801D31AB-34CA-4B27-AB24-10427E64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888" y="27813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Sí</a:t>
            </a:r>
          </a:p>
        </p:txBody>
      </p:sp>
      <p:sp>
        <p:nvSpPr>
          <p:cNvPr id="32" name="flow-391">
            <a:extLst xmlns:a="http://schemas.openxmlformats.org/drawingml/2006/main">
              <a:ext uri="{FF2B5EF4-FFF2-40B4-BE49-F238E27FC236}">
                <a16:creationId xmlns:a16="http://schemas.microsoft.com/office/drawing/2014/main" id="{C22119B0-AEB8-4934-839A-BDBB992A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05175"/>
            <a:ext cx="9525" cy="190500"/>
          </a:xfrm>
          <a:custGeom xmlns:a="http://schemas.openxmlformats.org/drawingml/2006/main"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3" name="arrow-391">
            <a:extLst xmlns:a="http://schemas.openxmlformats.org/drawingml/2006/main">
              <a:ext uri="{FF2B5EF4-FFF2-40B4-BE49-F238E27FC236}">
                <a16:creationId xmlns:a16="http://schemas.microsoft.com/office/drawing/2014/main" id="{F68D7509-BAB2-4866-A7CB-62ADC24F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695" y="3409907"/>
            <a:ext cx="82861" cy="85768"/>
          </a:xfrm>
          <a:custGeom xmlns:a="http://schemas.openxmlformats.org/drawingml/2006/main">
            <a:pathLst>
              <a:path w="82861" h="85768">
                <a:moveTo>
                  <a:pt x="41430" y="85768"/>
                </a:moveTo>
                <a:lnTo>
                  <a:pt x="0" y="0"/>
                </a:lnTo>
                <a:lnTo>
                  <a:pt x="82861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34" name="shape-392">
            <a:extLst xmlns:a="http://schemas.openxmlformats.org/drawingml/2006/main">
              <a:ext uri="{FF2B5EF4-FFF2-40B4-BE49-F238E27FC236}">
                <a16:creationId xmlns:a16="http://schemas.microsoft.com/office/drawing/2014/main" id="{E92C8B33-EC7D-4EEE-804C-F76DB307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314700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35" name="flow-393">
            <a:extLst xmlns:a="http://schemas.openxmlformats.org/drawingml/2006/main">
              <a:ext uri="{FF2B5EF4-FFF2-40B4-BE49-F238E27FC236}">
                <a16:creationId xmlns:a16="http://schemas.microsoft.com/office/drawing/2014/main" id="{4CAC4296-AF8C-4B8D-876B-347B8286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90950"/>
            <a:ext cx="666750" cy="9525"/>
          </a:xfrm>
          <a:custGeom xmlns:a="http://schemas.openxmlformats.org/drawingml/2006/main">
            <a:pathLst>
              <a:path w="666750" h="9525">
                <a:moveTo>
                  <a:pt x="0" y="9525"/>
                </a:moveTo>
                <a:lnTo>
                  <a:pt x="66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6" name="arrow-393">
            <a:extLst xmlns:a="http://schemas.openxmlformats.org/drawingml/2006/main">
              <a:ext uri="{FF2B5EF4-FFF2-40B4-BE49-F238E27FC236}">
                <a16:creationId xmlns:a16="http://schemas.microsoft.com/office/drawing/2014/main" id="{A140C5E8-94A2-40A0-BDEC-571AB694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149" y="3750749"/>
            <a:ext cx="86351" cy="82852"/>
          </a:xfrm>
          <a:custGeom xmlns:a="http://schemas.openxmlformats.org/drawingml/2006/main">
            <a:pathLst>
              <a:path w="86351" h="82852">
                <a:moveTo>
                  <a:pt x="86351" y="40201"/>
                </a:moveTo>
                <a:lnTo>
                  <a:pt x="1184" y="828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37" name="flow-394">
            <a:extLst xmlns:a="http://schemas.openxmlformats.org/drawingml/2006/main">
              <a:ext uri="{FF2B5EF4-FFF2-40B4-BE49-F238E27FC236}">
                <a16:creationId xmlns:a16="http://schemas.microsoft.com/office/drawing/2014/main" id="{C0104B2A-341B-43A6-930C-4B53E25D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95500"/>
            <a:ext cx="9525" cy="571500"/>
          </a:xfrm>
          <a:custGeom xmlns:a="http://schemas.openxmlformats.org/drawingml/2006/main">
            <a:pathLst>
              <a:path w="9525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7A8A"/>
            </a:solidFill>
            <a:prstDash val="dash"/>
          </a:ln>
        </p:spPr>
      </p:sp>
      <p:sp>
        <p:nvSpPr>
          <p:cNvPr id="38" name="flow-395">
            <a:extLst xmlns:a="http://schemas.openxmlformats.org/drawingml/2006/main">
              <a:ext uri="{FF2B5EF4-FFF2-40B4-BE49-F238E27FC236}">
                <a16:creationId xmlns:a16="http://schemas.microsoft.com/office/drawing/2014/main" id="{02470EB4-F993-4EC5-88B8-BE7B99DC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320" y="2095500"/>
            <a:ext cx="82861" cy="85768"/>
          </a:xfrm>
          <a:custGeom xmlns:a="http://schemas.openxmlformats.org/drawingml/2006/main">
            <a:pathLst>
              <a:path w="82861" h="85768">
                <a:moveTo>
                  <a:pt x="82861" y="85768"/>
                </a:moveTo>
                <a:lnTo>
                  <a:pt x="41430" y="0"/>
                </a:lnTo>
                <a:lnTo>
                  <a:pt x="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7A8A"/>
            </a:solidFill>
            <a:prstDash val="solid"/>
          </a:ln>
        </p:spPr>
      </p:sp>
      <p:sp>
        <p:nvSpPr>
          <p:cNvPr id="39" name="shape-396">
            <a:extLst xmlns:a="http://schemas.openxmlformats.org/drawingml/2006/main">
              <a:ext uri="{FF2B5EF4-FFF2-40B4-BE49-F238E27FC236}">
                <a16:creationId xmlns:a16="http://schemas.microsoft.com/office/drawing/2014/main" id="{37873C34-B62F-436B-8FB3-E27D9FB9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19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57A8A"/>
            </a:solidFill>
            <a:prstDash val="solid"/>
          </a:ln>
        </p:spPr>
      </p:sp>
      <p:sp>
        <p:nvSpPr>
          <p:cNvPr id="40" name="shape-397">
            <a:extLst xmlns:a="http://schemas.openxmlformats.org/drawingml/2006/main">
              <a:ext uri="{FF2B5EF4-FFF2-40B4-BE49-F238E27FC236}">
                <a16:creationId xmlns:a16="http://schemas.microsoft.com/office/drawing/2014/main" id="{945BEE02-84C5-44CC-9BB0-79355774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240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56979"/>
                </a:solidFill>
                <a:latin typeface="Arial"/>
                <a:ea typeface="Arial"/>
                <a:cs typeface="Arial"/>
              </a:rPr>
              <a:t>Código del pedido</a:t>
            </a:r>
          </a:p>
        </p:txBody>
      </p:sp>
      <p:sp>
        <p:nvSpPr>
          <p:cNvPr id="41" name="flow-398">
            <a:extLst xmlns:a="http://schemas.openxmlformats.org/drawingml/2006/main">
              <a:ext uri="{FF2B5EF4-FFF2-40B4-BE49-F238E27FC236}">
                <a16:creationId xmlns:a16="http://schemas.microsoft.com/office/drawing/2014/main" id="{67888AE1-2E8B-4901-85EC-F78A7737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028950"/>
            <a:ext cx="619125" cy="1952625"/>
          </a:xfrm>
          <a:custGeom xmlns:a="http://schemas.openxmlformats.org/drawingml/2006/main">
            <a:pathLst>
              <a:path w="619125" h="1952625">
                <a:moveTo>
                  <a:pt x="0" y="0"/>
                </a:moveTo>
                <a:lnTo>
                  <a:pt x="333375" y="0"/>
                </a:lnTo>
                <a:lnTo>
                  <a:pt x="333375" y="1952625"/>
                </a:lnTo>
                <a:lnTo>
                  <a:pt x="619125" y="1952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42" name="arrow-398">
            <a:extLst xmlns:a="http://schemas.openxmlformats.org/drawingml/2006/main">
              <a:ext uri="{FF2B5EF4-FFF2-40B4-BE49-F238E27FC236}">
                <a16:creationId xmlns:a16="http://schemas.microsoft.com/office/drawing/2014/main" id="{B3AA7C68-9CDF-4331-9254-0F52C7D7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32" y="4940145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43" name="flow-399">
            <a:extLst xmlns:a="http://schemas.openxmlformats.org/drawingml/2006/main">
              <a:ext uri="{FF2B5EF4-FFF2-40B4-BE49-F238E27FC236}">
                <a16:creationId xmlns:a16="http://schemas.microsoft.com/office/drawing/2014/main" id="{7E66C4A1-9425-4415-8416-C5F85B9D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981575"/>
            <a:ext cx="381000" cy="1333500"/>
          </a:xfrm>
          <a:custGeom xmlns:a="http://schemas.openxmlformats.org/drawingml/2006/main">
            <a:pathLst>
              <a:path w="381000" h="1333500">
                <a:moveTo>
                  <a:pt x="0" y="0"/>
                </a:moveTo>
                <a:lnTo>
                  <a:pt x="190500" y="0"/>
                </a:lnTo>
                <a:lnTo>
                  <a:pt x="190500" y="1333500"/>
                </a:lnTo>
                <a:lnTo>
                  <a:pt x="381000" y="1333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44" name="arrow-399">
            <a:extLst xmlns:a="http://schemas.openxmlformats.org/drawingml/2006/main">
              <a:ext uri="{FF2B5EF4-FFF2-40B4-BE49-F238E27FC236}">
                <a16:creationId xmlns:a16="http://schemas.microsoft.com/office/drawing/2014/main" id="{171EC166-C961-4FEC-BBC8-DFE86394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0982" y="6273645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45" name="flow-400">
            <a:extLst xmlns:a="http://schemas.openxmlformats.org/drawingml/2006/main">
              <a:ext uri="{FF2B5EF4-FFF2-40B4-BE49-F238E27FC236}">
                <a16:creationId xmlns:a16="http://schemas.microsoft.com/office/drawing/2014/main" id="{9A48EFDF-8254-4540-847A-585FDB49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6305550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9525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46" name="arrow-400">
            <a:extLst xmlns:a="http://schemas.openxmlformats.org/drawingml/2006/main">
              <a:ext uri="{FF2B5EF4-FFF2-40B4-BE49-F238E27FC236}">
                <a16:creationId xmlns:a16="http://schemas.microsoft.com/office/drawing/2014/main" id="{99C07F17-9AAE-4007-B705-35BF7A2F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5671" y="6265843"/>
            <a:ext cx="86579" cy="82844"/>
          </a:xfrm>
          <a:custGeom xmlns:a="http://schemas.openxmlformats.org/drawingml/2006/main">
            <a:pathLst>
              <a:path w="86579" h="82844">
                <a:moveTo>
                  <a:pt x="86579" y="39707"/>
                </a:moveTo>
                <a:lnTo>
                  <a:pt x="1657" y="828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47" name="inicio">
            <a:extLst xmlns:a="http://schemas.openxmlformats.org/drawingml/2006/main">
              <a:ext uri="{FF2B5EF4-FFF2-40B4-BE49-F238E27FC236}">
                <a16:creationId xmlns:a16="http://schemas.microsoft.com/office/drawing/2014/main" id="{13976B99-680E-492C-9CB5-40F70AC0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48" name="shape-401">
            <a:extLst xmlns:a="http://schemas.openxmlformats.org/drawingml/2006/main">
              <a:ext uri="{FF2B5EF4-FFF2-40B4-BE49-F238E27FC236}">
                <a16:creationId xmlns:a16="http://schemas.microsoft.com/office/drawing/2014/main" id="{2C4513E6-50B6-468C-AE08-1C8EA96D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6227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382B"/>
            </a:solidFill>
            <a:prstDash val="solid"/>
          </a:ln>
        </p:spPr>
      </p:sp>
      <p:sp>
        <p:nvSpPr>
          <p:cNvPr id="49" name="flow-402">
            <a:extLst xmlns:a="http://schemas.openxmlformats.org/drawingml/2006/main">
              <a:ext uri="{FF2B5EF4-FFF2-40B4-BE49-F238E27FC236}">
                <a16:creationId xmlns:a16="http://schemas.microsoft.com/office/drawing/2014/main" id="{AB057CC8-4D27-4D49-BDF1-9E55DB4D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62275"/>
            <a:ext cx="190500" cy="80010"/>
          </a:xfrm>
          <a:custGeom xmlns:a="http://schemas.openxmlformats.org/drawingml/2006/main">
            <a:pathLst>
              <a:path w="190500" h="80010">
                <a:moveTo>
                  <a:pt x="0" y="0"/>
                </a:moveTo>
                <a:lnTo>
                  <a:pt x="95250" y="80010"/>
                </a:ln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50" name="shape-403">
            <a:extLst xmlns:a="http://schemas.openxmlformats.org/drawingml/2006/main">
              <a:ext uri="{FF2B5EF4-FFF2-40B4-BE49-F238E27FC236}">
                <a16:creationId xmlns:a16="http://schemas.microsoft.com/office/drawing/2014/main" id="{389297AB-87AD-45FF-AC6E-E38A0AC8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76600"/>
            <a:ext cx="1009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Solicitud</a:t>
            </a:r>
          </a:p>
        </p:txBody>
      </p:sp>
      <p:sp>
        <p:nvSpPr>
          <p:cNvPr id="51" name="datos">
            <a:extLst xmlns:a="http://schemas.openxmlformats.org/drawingml/2006/main">
              <a:ext uri="{FF2B5EF4-FFF2-40B4-BE49-F238E27FC236}">
                <a16:creationId xmlns:a16="http://schemas.microsoft.com/office/drawing/2014/main" id="{1ABE153A-C1D2-499B-9960-C3CAD5E3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6700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52" name="flow-404">
            <a:extLst xmlns:a="http://schemas.openxmlformats.org/drawingml/2006/main">
              <a:ext uri="{FF2B5EF4-FFF2-40B4-BE49-F238E27FC236}">
                <a16:creationId xmlns:a16="http://schemas.microsoft.com/office/drawing/2014/main" id="{2D8D5896-F7BA-455F-A51A-6D3435D3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743200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188670" y="113832"/>
                </a:lnTo>
                <a:lnTo>
                  <a:pt x="156850" y="120765"/>
                </a:lnTo>
                <a:lnTo>
                  <a:pt x="150688" y="132293"/>
                </a:lnTo>
                <a:lnTo>
                  <a:pt x="162602" y="162602"/>
                </a:lnTo>
                <a:lnTo>
                  <a:pt x="148168" y="174447"/>
                </a:lnTo>
                <a:lnTo>
                  <a:pt x="120765" y="156850"/>
                </a:lnTo>
                <a:lnTo>
                  <a:pt x="108258" y="160644"/>
                </a:lnTo>
                <a:lnTo>
                  <a:pt x="95250" y="190500"/>
                </a:lnTo>
                <a:lnTo>
                  <a:pt x="76668" y="188670"/>
                </a:lnTo>
                <a:lnTo>
                  <a:pt x="69735" y="156850"/>
                </a:lnTo>
                <a:lnTo>
                  <a:pt x="58207" y="150688"/>
                </a:lnTo>
                <a:lnTo>
                  <a:pt x="27898" y="162602"/>
                </a:lnTo>
                <a:lnTo>
                  <a:pt x="16053" y="148168"/>
                </a:lnTo>
                <a:lnTo>
                  <a:pt x="33650" y="120765"/>
                </a:lnTo>
                <a:lnTo>
                  <a:pt x="29856" y="108258"/>
                </a:lnTo>
                <a:lnTo>
                  <a:pt x="0" y="95250"/>
                </a:lnTo>
                <a:lnTo>
                  <a:pt x="1830" y="76668"/>
                </a:lnTo>
                <a:lnTo>
                  <a:pt x="33650" y="69735"/>
                </a:lnTo>
                <a:lnTo>
                  <a:pt x="39812" y="58207"/>
                </a:lnTo>
                <a:lnTo>
                  <a:pt x="27898" y="27898"/>
                </a:lnTo>
                <a:lnTo>
                  <a:pt x="42332" y="16053"/>
                </a:lnTo>
                <a:lnTo>
                  <a:pt x="69735" y="33650"/>
                </a:lnTo>
                <a:lnTo>
                  <a:pt x="82242" y="29856"/>
                </a:lnTo>
                <a:lnTo>
                  <a:pt x="95250" y="0"/>
                </a:lnTo>
                <a:lnTo>
                  <a:pt x="113832" y="1830"/>
                </a:lnTo>
                <a:lnTo>
                  <a:pt x="120765" y="33650"/>
                </a:lnTo>
                <a:lnTo>
                  <a:pt x="132293" y="39812"/>
                </a:lnTo>
                <a:lnTo>
                  <a:pt x="162602" y="27898"/>
                </a:lnTo>
                <a:lnTo>
                  <a:pt x="174447" y="42332"/>
                </a:lnTo>
                <a:lnTo>
                  <a:pt x="156850" y="69735"/>
                </a:lnTo>
                <a:lnTo>
                  <a:pt x="160644" y="82242"/>
                </a:lnTo>
                <a:lnTo>
                  <a:pt x="19050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53" name="shape-405">
            <a:extLst xmlns:a="http://schemas.openxmlformats.org/drawingml/2006/main">
              <a:ext uri="{FF2B5EF4-FFF2-40B4-BE49-F238E27FC236}">
                <a16:creationId xmlns:a16="http://schemas.microsoft.com/office/drawing/2014/main" id="{34A06E40-0779-4C59-9414-A8DB7482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2745" y="2807970"/>
            <a:ext cx="60960" cy="609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54" name="shape-406">
            <a:extLst xmlns:a="http://schemas.openxmlformats.org/drawingml/2006/main">
              <a:ext uri="{FF2B5EF4-FFF2-40B4-BE49-F238E27FC236}">
                <a16:creationId xmlns:a16="http://schemas.microsoft.com/office/drawing/2014/main" id="{3B12B423-C900-4C83-ACA2-9D4EBFE1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14650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Validar datos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del pedido</a:t>
            </a:r>
          </a:p>
        </p:txBody>
      </p:sp>
      <p:sp>
        <p:nvSpPr>
          <p:cNvPr id="55" name="existencias">
            <a:extLst xmlns:a="http://schemas.openxmlformats.org/drawingml/2006/main">
              <a:ext uri="{FF2B5EF4-FFF2-40B4-BE49-F238E27FC236}">
                <a16:creationId xmlns:a16="http://schemas.microsoft.com/office/drawing/2014/main" id="{6BB78DBE-E92C-487A-9AD4-115EBB24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56" name="flow-407">
            <a:extLst xmlns:a="http://schemas.openxmlformats.org/drawingml/2006/main">
              <a:ext uri="{FF2B5EF4-FFF2-40B4-BE49-F238E27FC236}">
                <a16:creationId xmlns:a16="http://schemas.microsoft.com/office/drawing/2014/main" id="{17751FB1-D9CA-4119-8C85-02DBB26F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743200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188670" y="113832"/>
                </a:lnTo>
                <a:lnTo>
                  <a:pt x="156850" y="120765"/>
                </a:lnTo>
                <a:lnTo>
                  <a:pt x="150688" y="132293"/>
                </a:lnTo>
                <a:lnTo>
                  <a:pt x="162602" y="162602"/>
                </a:lnTo>
                <a:lnTo>
                  <a:pt x="148168" y="174447"/>
                </a:lnTo>
                <a:lnTo>
                  <a:pt x="120765" y="156850"/>
                </a:lnTo>
                <a:lnTo>
                  <a:pt x="108258" y="160644"/>
                </a:lnTo>
                <a:lnTo>
                  <a:pt x="95250" y="190500"/>
                </a:lnTo>
                <a:lnTo>
                  <a:pt x="76668" y="188670"/>
                </a:lnTo>
                <a:lnTo>
                  <a:pt x="69735" y="156850"/>
                </a:lnTo>
                <a:lnTo>
                  <a:pt x="58207" y="150688"/>
                </a:lnTo>
                <a:lnTo>
                  <a:pt x="27898" y="162602"/>
                </a:lnTo>
                <a:lnTo>
                  <a:pt x="16053" y="148168"/>
                </a:lnTo>
                <a:lnTo>
                  <a:pt x="33650" y="120765"/>
                </a:lnTo>
                <a:lnTo>
                  <a:pt x="29856" y="108258"/>
                </a:lnTo>
                <a:lnTo>
                  <a:pt x="0" y="95250"/>
                </a:lnTo>
                <a:lnTo>
                  <a:pt x="1830" y="76668"/>
                </a:lnTo>
                <a:lnTo>
                  <a:pt x="33650" y="69735"/>
                </a:lnTo>
                <a:lnTo>
                  <a:pt x="39812" y="58207"/>
                </a:lnTo>
                <a:lnTo>
                  <a:pt x="27898" y="27898"/>
                </a:lnTo>
                <a:lnTo>
                  <a:pt x="42332" y="16053"/>
                </a:lnTo>
                <a:lnTo>
                  <a:pt x="69735" y="33650"/>
                </a:lnTo>
                <a:lnTo>
                  <a:pt x="82242" y="29856"/>
                </a:lnTo>
                <a:lnTo>
                  <a:pt x="95250" y="0"/>
                </a:lnTo>
                <a:lnTo>
                  <a:pt x="113832" y="1830"/>
                </a:lnTo>
                <a:lnTo>
                  <a:pt x="120765" y="33650"/>
                </a:lnTo>
                <a:lnTo>
                  <a:pt x="132293" y="39812"/>
                </a:lnTo>
                <a:lnTo>
                  <a:pt x="162602" y="27898"/>
                </a:lnTo>
                <a:lnTo>
                  <a:pt x="174447" y="42332"/>
                </a:lnTo>
                <a:lnTo>
                  <a:pt x="156850" y="69735"/>
                </a:lnTo>
                <a:lnTo>
                  <a:pt x="160644" y="82242"/>
                </a:lnTo>
                <a:lnTo>
                  <a:pt x="19050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57" name="shape-408">
            <a:extLst xmlns:a="http://schemas.openxmlformats.org/drawingml/2006/main">
              <a:ext uri="{FF2B5EF4-FFF2-40B4-BE49-F238E27FC236}">
                <a16:creationId xmlns:a16="http://schemas.microsoft.com/office/drawing/2014/main" id="{808169B9-57C2-466C-A965-BE9F071C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995" y="2807970"/>
            <a:ext cx="60960" cy="609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58" name="shape-409">
            <a:extLst xmlns:a="http://schemas.openxmlformats.org/drawingml/2006/main">
              <a:ext uri="{FF2B5EF4-FFF2-40B4-BE49-F238E27FC236}">
                <a16:creationId xmlns:a16="http://schemas.microsoft.com/office/drawing/2014/main" id="{E4D3A883-1C03-4564-AEAD-0CA3C222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14650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Comprobar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stock disponible</a:t>
            </a:r>
          </a:p>
        </p:txBody>
      </p:sp>
      <p:sp>
        <p:nvSpPr>
          <p:cNvPr id="59" name="valido">
            <a:extLst xmlns:a="http://schemas.openxmlformats.org/drawingml/2006/main">
              <a:ext uri="{FF2B5EF4-FFF2-40B4-BE49-F238E27FC236}">
                <a16:creationId xmlns:a16="http://schemas.microsoft.com/office/drawing/2014/main" id="{0008C9AB-A3F4-45F1-B2CC-86D32EBB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28925"/>
            <a:ext cx="476250" cy="476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60" name="shape-410">
            <a:extLst xmlns:a="http://schemas.openxmlformats.org/drawingml/2006/main">
              <a:ext uri="{FF2B5EF4-FFF2-40B4-BE49-F238E27FC236}">
                <a16:creationId xmlns:a16="http://schemas.microsoft.com/office/drawing/2014/main" id="{766E61F4-8549-48B0-8207-93FC33A6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86075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61" name="shape-411">
            <a:extLst xmlns:a="http://schemas.openxmlformats.org/drawingml/2006/main">
              <a:ext uri="{FF2B5EF4-FFF2-40B4-BE49-F238E27FC236}">
                <a16:creationId xmlns:a16="http://schemas.microsoft.com/office/drawing/2014/main" id="{E4F72297-F6E4-430C-9A7F-1E50718C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1935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¿Datos y stock</a:t>
            </a:r>
          </a:p>
          <a:p xmlns:a="http://schemas.openxmlformats.org/drawingml/2006/main">
            <a: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válidos?</a:t>
            </a:r>
          </a:p>
        </p:txBody>
      </p:sp>
      <p:sp>
        <p:nvSpPr>
          <p:cNvPr id="62" name="registrar">
            <a:extLst xmlns:a="http://schemas.openxmlformats.org/drawingml/2006/main">
              <a:ext uri="{FF2B5EF4-FFF2-40B4-BE49-F238E27FC236}">
                <a16:creationId xmlns:a16="http://schemas.microsoft.com/office/drawing/2014/main" id="{4E322F05-D828-4EF5-BB6F-27478427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63" name="flow-412">
            <a:extLst xmlns:a="http://schemas.openxmlformats.org/drawingml/2006/main">
              <a:ext uri="{FF2B5EF4-FFF2-40B4-BE49-F238E27FC236}">
                <a16:creationId xmlns:a16="http://schemas.microsoft.com/office/drawing/2014/main" id="{63EC8E79-3277-44F4-BE12-21AA4286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43200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188670" y="113832"/>
                </a:lnTo>
                <a:lnTo>
                  <a:pt x="156850" y="120765"/>
                </a:lnTo>
                <a:lnTo>
                  <a:pt x="150688" y="132293"/>
                </a:lnTo>
                <a:lnTo>
                  <a:pt x="162602" y="162602"/>
                </a:lnTo>
                <a:lnTo>
                  <a:pt x="148168" y="174447"/>
                </a:lnTo>
                <a:lnTo>
                  <a:pt x="120765" y="156850"/>
                </a:lnTo>
                <a:lnTo>
                  <a:pt x="108258" y="160644"/>
                </a:lnTo>
                <a:lnTo>
                  <a:pt x="95250" y="190500"/>
                </a:lnTo>
                <a:lnTo>
                  <a:pt x="76668" y="188670"/>
                </a:lnTo>
                <a:lnTo>
                  <a:pt x="69735" y="156850"/>
                </a:lnTo>
                <a:lnTo>
                  <a:pt x="58207" y="150688"/>
                </a:lnTo>
                <a:lnTo>
                  <a:pt x="27898" y="162602"/>
                </a:lnTo>
                <a:lnTo>
                  <a:pt x="16053" y="148168"/>
                </a:lnTo>
                <a:lnTo>
                  <a:pt x="33650" y="120765"/>
                </a:lnTo>
                <a:lnTo>
                  <a:pt x="29856" y="108258"/>
                </a:lnTo>
                <a:lnTo>
                  <a:pt x="0" y="95250"/>
                </a:lnTo>
                <a:lnTo>
                  <a:pt x="1830" y="76668"/>
                </a:lnTo>
                <a:lnTo>
                  <a:pt x="33650" y="69735"/>
                </a:lnTo>
                <a:lnTo>
                  <a:pt x="39812" y="58207"/>
                </a:lnTo>
                <a:lnTo>
                  <a:pt x="27898" y="27898"/>
                </a:lnTo>
                <a:lnTo>
                  <a:pt x="42332" y="16053"/>
                </a:lnTo>
                <a:lnTo>
                  <a:pt x="69735" y="33650"/>
                </a:lnTo>
                <a:lnTo>
                  <a:pt x="82242" y="29856"/>
                </a:lnTo>
                <a:lnTo>
                  <a:pt x="95250" y="0"/>
                </a:lnTo>
                <a:lnTo>
                  <a:pt x="113832" y="1830"/>
                </a:lnTo>
                <a:lnTo>
                  <a:pt x="120765" y="33650"/>
                </a:lnTo>
                <a:lnTo>
                  <a:pt x="132293" y="39812"/>
                </a:lnTo>
                <a:lnTo>
                  <a:pt x="162602" y="27898"/>
                </a:lnTo>
                <a:lnTo>
                  <a:pt x="174447" y="42332"/>
                </a:lnTo>
                <a:lnTo>
                  <a:pt x="156850" y="69735"/>
                </a:lnTo>
                <a:lnTo>
                  <a:pt x="160644" y="82242"/>
                </a:lnTo>
                <a:lnTo>
                  <a:pt x="19050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64" name="shape-413">
            <a:extLst xmlns:a="http://schemas.openxmlformats.org/drawingml/2006/main">
              <a:ext uri="{FF2B5EF4-FFF2-40B4-BE49-F238E27FC236}">
                <a16:creationId xmlns:a16="http://schemas.microsoft.com/office/drawing/2014/main" id="{AD9DE942-8614-4137-9325-6232FF65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8620" y="2807970"/>
            <a:ext cx="60960" cy="609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65" name="shape-414">
            <a:extLst xmlns:a="http://schemas.openxmlformats.org/drawingml/2006/main">
              <a:ext uri="{FF2B5EF4-FFF2-40B4-BE49-F238E27FC236}">
                <a16:creationId xmlns:a16="http://schemas.microsoft.com/office/drawing/2014/main" id="{26D317C2-208E-4981-B582-07DFA62C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914650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Registrar pedido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y reservar stock</a:t>
            </a:r>
          </a:p>
        </p:txBody>
      </p:sp>
      <p:sp>
        <p:nvSpPr>
          <p:cNvPr id="66" name="rechazar">
            <a:extLst xmlns:a="http://schemas.openxmlformats.org/drawingml/2006/main">
              <a:ext uri="{FF2B5EF4-FFF2-40B4-BE49-F238E27FC236}">
                <a16:creationId xmlns:a16="http://schemas.microsoft.com/office/drawing/2014/main" id="{31DB7B82-135B-464F-8228-C198E6A2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95675"/>
            <a:ext cx="18097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67" name="shape-415">
            <a:extLst xmlns:a="http://schemas.openxmlformats.org/drawingml/2006/main">
              <a:ext uri="{FF2B5EF4-FFF2-40B4-BE49-F238E27FC236}">
                <a16:creationId xmlns:a16="http://schemas.microsoft.com/office/drawing/2014/main" id="{F4332F93-2C83-461B-9AA2-69A13E2B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590925"/>
            <a:ext cx="2000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382B"/>
            </a:solidFill>
            <a:prstDash val="solid"/>
          </a:ln>
        </p:spPr>
      </p:sp>
      <p:sp>
        <p:nvSpPr>
          <p:cNvPr id="68" name="flow-416">
            <a:extLst xmlns:a="http://schemas.openxmlformats.org/drawingml/2006/main">
              <a:ext uri="{FF2B5EF4-FFF2-40B4-BE49-F238E27FC236}">
                <a16:creationId xmlns:a16="http://schemas.microsoft.com/office/drawing/2014/main" id="{8070C0AF-7938-4E5E-AA70-867B1CB5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590925"/>
            <a:ext cx="200025" cy="85725"/>
          </a:xfrm>
          <a:custGeom xmlns:a="http://schemas.openxmlformats.org/drawingml/2006/main">
            <a:pathLst>
              <a:path w="200025" h="85725">
                <a:moveTo>
                  <a:pt x="0" y="0"/>
                </a:moveTo>
                <a:lnTo>
                  <a:pt x="100013" y="85725"/>
                </a:ln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69" name="shape-417">
            <a:extLst xmlns:a="http://schemas.openxmlformats.org/drawingml/2006/main">
              <a:ext uri="{FF2B5EF4-FFF2-40B4-BE49-F238E27FC236}">
                <a16:creationId xmlns:a16="http://schemas.microsoft.com/office/drawing/2014/main" id="{986862E7-250B-4C82-A9CE-8ECD51D1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86175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Comunicar errores</a:t>
            </a:r>
          </a:p>
          <a:p xmlns:a="http://schemas.openxmlformats.org/drawingml/2006/main">
            <a: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al cliente</a:t>
            </a:r>
          </a:p>
        </p:txBody>
      </p:sp>
      <p:sp>
        <p:nvSpPr>
          <p:cNvPr id="70" name="rechazado">
            <a:extLst xmlns:a="http://schemas.openxmlformats.org/drawingml/2006/main">
              <a:ext uri="{FF2B5EF4-FFF2-40B4-BE49-F238E27FC236}">
                <a16:creationId xmlns:a16="http://schemas.microsoft.com/office/drawing/2014/main" id="{4812ED7F-9504-48F4-B959-66615F32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4382B"/>
            </a:solidFill>
            <a:prstDash val="solid"/>
          </a:ln>
        </p:spPr>
      </p:sp>
      <p:sp>
        <p:nvSpPr>
          <p:cNvPr id="71" name="shape-418">
            <a:extLst xmlns:a="http://schemas.openxmlformats.org/drawingml/2006/main">
              <a:ext uri="{FF2B5EF4-FFF2-40B4-BE49-F238E27FC236}">
                <a16:creationId xmlns:a16="http://schemas.microsoft.com/office/drawing/2014/main" id="{2E6E184B-9D81-4184-A4E1-8658F88D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38600"/>
            <a:ext cx="1009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Rechazado</a:t>
            </a:r>
          </a:p>
        </p:txBody>
      </p:sp>
      <p:sp>
        <p:nvSpPr>
          <p:cNvPr id="72" name="gestionar">
            <a:extLst xmlns:a="http://schemas.openxmlformats.org/drawingml/2006/main">
              <a:ext uri="{FF2B5EF4-FFF2-40B4-BE49-F238E27FC236}">
                <a16:creationId xmlns:a16="http://schemas.microsoft.com/office/drawing/2014/main" id="{40FD6420-B82A-4FC7-B396-CB3686A2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19625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73" name="shape-419">
            <a:extLst xmlns:a="http://schemas.openxmlformats.org/drawingml/2006/main">
              <a:ext uri="{FF2B5EF4-FFF2-40B4-BE49-F238E27FC236}">
                <a16:creationId xmlns:a16="http://schemas.microsoft.com/office/drawing/2014/main" id="{438F249A-6A6D-4BAB-AAFD-F5A54412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695825"/>
            <a:ext cx="66675" cy="666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74" name="flow-420">
            <a:extLst xmlns:a="http://schemas.openxmlformats.org/drawingml/2006/main">
              <a:ext uri="{FF2B5EF4-FFF2-40B4-BE49-F238E27FC236}">
                <a16:creationId xmlns:a16="http://schemas.microsoft.com/office/drawing/2014/main" id="{26E7D604-8820-4B84-A6CF-3931E076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188" y="4762500"/>
            <a:ext cx="9525" cy="95250"/>
          </a:xfrm>
          <a:custGeom xmlns:a="http://schemas.openxmlformats.org/drawingml/2006/main"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75" name="flow-421">
            <a:extLst xmlns:a="http://schemas.openxmlformats.org/drawingml/2006/main">
              <a:ext uri="{FF2B5EF4-FFF2-40B4-BE49-F238E27FC236}">
                <a16:creationId xmlns:a16="http://schemas.microsoft.com/office/drawing/2014/main" id="{7B2B06C7-302F-45CE-ADD6-448FE021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4810125"/>
            <a:ext cx="123825" cy="9525"/>
          </a:xfrm>
          <a:custGeom xmlns:a="http://schemas.openxmlformats.org/drawingml/2006/main">
            <a:pathLst>
              <a:path w="123825" h="952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76" name="flow-422">
            <a:extLst xmlns:a="http://schemas.openxmlformats.org/drawingml/2006/main">
              <a:ext uri="{FF2B5EF4-FFF2-40B4-BE49-F238E27FC236}">
                <a16:creationId xmlns:a16="http://schemas.microsoft.com/office/drawing/2014/main" id="{6B1E993B-DD6B-4333-8669-33DF8E97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57750"/>
            <a:ext cx="52388" cy="47625"/>
          </a:xfrm>
          <a:custGeom xmlns:a="http://schemas.openxmlformats.org/drawingml/2006/main">
            <a:pathLst>
              <a:path w="52388" h="47625">
                <a:moveTo>
                  <a:pt x="52388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77" name="flow-423">
            <a:extLst xmlns:a="http://schemas.openxmlformats.org/drawingml/2006/main">
              <a:ext uri="{FF2B5EF4-FFF2-40B4-BE49-F238E27FC236}">
                <a16:creationId xmlns:a16="http://schemas.microsoft.com/office/drawing/2014/main" id="{08BF1EEA-61ED-446C-8CF4-F961DB20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188" y="4857750"/>
            <a:ext cx="52388" cy="47625"/>
          </a:xfrm>
          <a:custGeom xmlns:a="http://schemas.openxmlformats.org/drawingml/2006/main">
            <a:pathLst>
              <a:path w="52388" h="47625">
                <a:moveTo>
                  <a:pt x="0" y="0"/>
                </a:moveTo>
                <a:lnTo>
                  <a:pt x="52388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78" name="shape-424">
            <a:extLst xmlns:a="http://schemas.openxmlformats.org/drawingml/2006/main">
              <a:ext uri="{FF2B5EF4-FFF2-40B4-BE49-F238E27FC236}">
                <a16:creationId xmlns:a16="http://schemas.microsoft.com/office/drawing/2014/main" id="{4D0495E6-0992-45A8-B7B4-A17BA8B1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867275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Programar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preparación</a:t>
            </a:r>
          </a:p>
        </p:txBody>
      </p:sp>
      <p:sp>
        <p:nvSpPr>
          <p:cNvPr id="79" name="entregar">
            <a:extLst xmlns:a="http://schemas.openxmlformats.org/drawingml/2006/main">
              <a:ext uri="{FF2B5EF4-FFF2-40B4-BE49-F238E27FC236}">
                <a16:creationId xmlns:a16="http://schemas.microsoft.com/office/drawing/2014/main" id="{754B5F3C-FD68-4D06-9ABB-7C19B763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953125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80" name="flow-425">
            <a:extLst xmlns:a="http://schemas.openxmlformats.org/drawingml/2006/main">
              <a:ext uri="{FF2B5EF4-FFF2-40B4-BE49-F238E27FC236}">
                <a16:creationId xmlns:a16="http://schemas.microsoft.com/office/drawing/2014/main" id="{A7315677-CF89-494B-AEA7-9B50AD44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1525" y="6019800"/>
            <a:ext cx="200025" cy="209550"/>
          </a:xfrm>
          <a:custGeom xmlns:a="http://schemas.openxmlformats.org/drawingml/2006/main">
            <a:pathLst>
              <a:path w="200025" h="209550">
                <a:moveTo>
                  <a:pt x="0" y="114300"/>
                </a:moveTo>
                <a:lnTo>
                  <a:pt x="0" y="66675"/>
                </a:lnTo>
                <a:lnTo>
                  <a:pt x="28575" y="47625"/>
                </a:lnTo>
                <a:lnTo>
                  <a:pt x="47625" y="76200"/>
                </a:lnTo>
                <a:lnTo>
                  <a:pt x="47625" y="9525"/>
                </a:lnTo>
                <a:lnTo>
                  <a:pt x="76200" y="9525"/>
                </a:lnTo>
                <a:lnTo>
                  <a:pt x="76200" y="76200"/>
                </a:lnTo>
                <a:lnTo>
                  <a:pt x="95250" y="0"/>
                </a:lnTo>
                <a:lnTo>
                  <a:pt x="123825" y="9525"/>
                </a:lnTo>
                <a:lnTo>
                  <a:pt x="114300" y="85725"/>
                </a:lnTo>
                <a:lnTo>
                  <a:pt x="142875" y="28575"/>
                </a:lnTo>
                <a:lnTo>
                  <a:pt x="171450" y="38100"/>
                </a:lnTo>
                <a:lnTo>
                  <a:pt x="152400" y="123825"/>
                </a:lnTo>
                <a:lnTo>
                  <a:pt x="180975" y="95250"/>
                </a:lnTo>
                <a:lnTo>
                  <a:pt x="200025" y="114300"/>
                </a:lnTo>
                <a:lnTo>
                  <a:pt x="152400" y="209550"/>
                </a:lnTo>
                <a:lnTo>
                  <a:pt x="57150" y="209550"/>
                </a:ln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81" name="shape-426">
            <a:extLst xmlns:a="http://schemas.openxmlformats.org/drawingml/2006/main">
              <a:ext uri="{FF2B5EF4-FFF2-40B4-BE49-F238E27FC236}">
                <a16:creationId xmlns:a16="http://schemas.microsoft.com/office/drawing/2014/main" id="{FBF9ADD3-E70A-46A0-BF40-DE82D086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200775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Preparar y entregar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validando el pago</a:t>
            </a:r>
          </a:p>
        </p:txBody>
      </p:sp>
      <p:sp>
        <p:nvSpPr>
          <p:cNvPr id="82" name="fin">
            <a:extLst xmlns:a="http://schemas.openxmlformats.org/drawingml/2006/main">
              <a:ext uri="{FF2B5EF4-FFF2-40B4-BE49-F238E27FC236}">
                <a16:creationId xmlns:a16="http://schemas.microsoft.com/office/drawing/2014/main" id="{7E96BD3E-6EAF-4221-8541-8FC6D22B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6134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4382B"/>
            </a:solidFill>
            <a:prstDash val="solid"/>
          </a:ln>
        </p:spPr>
      </p:sp>
      <p:sp>
        <p:nvSpPr>
          <p:cNvPr id="83" name="shape-427">
            <a:extLst xmlns:a="http://schemas.openxmlformats.org/drawingml/2006/main">
              <a:ext uri="{FF2B5EF4-FFF2-40B4-BE49-F238E27FC236}">
                <a16:creationId xmlns:a16="http://schemas.microsoft.com/office/drawing/2014/main" id="{454499BF-7824-4629-A71C-0CB69C2C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6553200"/>
            <a:ext cx="1009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Entrega completada</a:t>
            </a:r>
          </a:p>
        </p:txBody>
      </p:sp>
      <p:sp>
        <p:nvSpPr>
          <p:cNvPr id="84" name="shape-428">
            <a:extLst xmlns:a="http://schemas.openxmlformats.org/drawingml/2006/main">
              <a:ext uri="{FF2B5EF4-FFF2-40B4-BE49-F238E27FC236}">
                <a16:creationId xmlns:a16="http://schemas.microsoft.com/office/drawing/2014/main" id="{38701B32-077D-475B-8E9B-0054B87D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5807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Inicio / fin     Tarea manual o de usuario     Tarea de servicio     X Decisión exclusiva</a:t>
            </a:r>
          </a:p>
        </p:txBody>
      </p:sp>
      <p:sp>
        <p:nvSpPr>
          <p:cNvPr id="85" name="shape-429">
            <a:extLst xmlns:a="http://schemas.openxmlformats.org/drawingml/2006/main">
              <a:ext uri="{FF2B5EF4-FFF2-40B4-BE49-F238E27FC236}">
                <a16:creationId xmlns:a16="http://schemas.microsoft.com/office/drawing/2014/main" id="{8D30A12A-644D-4E7E-AEC2-D4F8E09E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78192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Flujo continuo dentro del participante. Mensajes discontinuos entre participantes. Modelo de diseño.</a:t>
            </a:r>
          </a:p>
        </p:txBody>
      </p:sp>
    </p:spTree>
    <p:extLst>
      <p:ext uri="{BB962C8B-B14F-4D97-AF65-F5344CB8AC3E}">
        <p14:creationId xmlns:p14="http://schemas.microsoft.com/office/powerpoint/2010/main" val="10575722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-430">
            <a:extLst xmlns:a="http://schemas.openxmlformats.org/drawingml/2006/main">
              <a:ext uri="{FF2B5EF4-FFF2-40B4-BE49-F238E27FC236}">
                <a16:creationId xmlns:a16="http://schemas.microsoft.com/office/drawing/2014/main" id="{07D4C3AE-2AD2-4924-B673-3AC225D2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CAPÍTULO 3  /  BPMN 2.0</a:t>
            </a:r>
          </a:p>
        </p:txBody>
      </p:sp>
      <p:sp>
        <p:nvSpPr>
          <p:cNvPr id="2" name="shape-431">
            <a:extLst xmlns:a="http://schemas.openxmlformats.org/drawingml/2006/main">
              <a:ext uri="{FF2B5EF4-FFF2-40B4-BE49-F238E27FC236}">
                <a16:creationId xmlns:a16="http://schemas.microsoft.com/office/drawing/2014/main" id="{7A434C53-361D-4651-8C1A-433D4CFE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14E35"/>
                </a:solidFill>
                <a:latin typeface="Georgia"/>
                <a:ea typeface="Georgia"/>
                <a:cs typeface="Georgia"/>
              </a:rPr>
              <a:t>Mantenimiento del catálogo AS-IS</a:t>
            </a:r>
          </a:p>
        </p:txBody>
      </p:sp>
      <p:sp>
        <p:nvSpPr>
          <p:cNvPr id="3" name="shape-432">
            <a:extLst xmlns:a="http://schemas.openxmlformats.org/drawingml/2006/main">
              <a:ext uri="{FF2B5EF4-FFF2-40B4-BE49-F238E27FC236}">
                <a16:creationId xmlns:a16="http://schemas.microsoft.com/office/drawing/2014/main" id="{4FCE7F92-2964-46A8-AE84-9D170FA5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5340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Alma Floral  ·  Herramientas de Desarrollo</a:t>
            </a:r>
          </a:p>
        </p:txBody>
      </p:sp>
      <p:sp>
        <p:nvSpPr>
          <p:cNvPr id="4" name="shape-433">
            <a:extLst xmlns:a="http://schemas.openxmlformats.org/drawingml/2006/main">
              <a:ext uri="{FF2B5EF4-FFF2-40B4-BE49-F238E27FC236}">
                <a16:creationId xmlns:a16="http://schemas.microsoft.com/office/drawing/2014/main" id="{B51BEE76-38A8-460B-A85E-13856383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153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shape-434">
            <a:extLst xmlns:a="http://schemas.openxmlformats.org/drawingml/2006/main">
              <a:ext uri="{FF2B5EF4-FFF2-40B4-BE49-F238E27FC236}">
                <a16:creationId xmlns:a16="http://schemas.microsoft.com/office/drawing/2014/main" id="{B9752E9C-C302-4D51-8E91-3A4EA80F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81250"/>
            <a:ext cx="143827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CA294"/>
            </a:solidFill>
            <a:prstDash val="solid"/>
          </a:ln>
        </p:spPr>
      </p:sp>
      <p:sp>
        <p:nvSpPr>
          <p:cNvPr id="6" name="shape-435">
            <a:extLst xmlns:a="http://schemas.openxmlformats.org/drawingml/2006/main">
              <a:ext uri="{FF2B5EF4-FFF2-40B4-BE49-F238E27FC236}">
                <a16:creationId xmlns:a16="http://schemas.microsoft.com/office/drawing/2014/main" id="{5805C068-76B3-4551-9B7A-CC9D55D4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526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ALMA FLORAL</a:t>
            </a:r>
          </a:p>
        </p:txBody>
      </p:sp>
      <p:sp>
        <p:nvSpPr>
          <p:cNvPr id="7" name="shape-436">
            <a:extLst xmlns:a="http://schemas.openxmlformats.org/drawingml/2006/main">
              <a:ext uri="{FF2B5EF4-FFF2-40B4-BE49-F238E27FC236}">
                <a16:creationId xmlns:a16="http://schemas.microsoft.com/office/drawing/2014/main" id="{357C9CBF-FAF5-4071-891C-9483BE72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40493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8" name="shape-437">
            <a:extLst xmlns:a="http://schemas.openxmlformats.org/drawingml/2006/main">
              <a:ext uri="{FF2B5EF4-FFF2-40B4-BE49-F238E27FC236}">
                <a16:creationId xmlns:a16="http://schemas.microsoft.com/office/drawing/2014/main" id="{B8CB3075-8B6A-425E-A076-BEA23E8B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953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0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9" name="shape-438">
            <a:extLst xmlns:a="http://schemas.openxmlformats.org/drawingml/2006/main">
              <a:ext uri="{FF2B5EF4-FFF2-40B4-BE49-F238E27FC236}">
                <a16:creationId xmlns:a16="http://schemas.microsoft.com/office/drawing/2014/main" id="{7426ECF4-A9C9-41AA-9EAA-2C589383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38500"/>
            <a:ext cx="1000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Admin.</a:t>
            </a:r>
          </a:p>
        </p:txBody>
      </p:sp>
      <p:sp>
        <p:nvSpPr>
          <p:cNvPr id="10" name="shape-439">
            <a:extLst xmlns:a="http://schemas.openxmlformats.org/drawingml/2006/main">
              <a:ext uri="{FF2B5EF4-FFF2-40B4-BE49-F238E27FC236}">
                <a16:creationId xmlns:a16="http://schemas.microsoft.com/office/drawing/2014/main" id="{FE6BE4E4-C7BB-4645-8BF6-AEEB51E3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40493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11" name="shape-440">
            <a:extLst xmlns:a="http://schemas.openxmlformats.org/drawingml/2006/main">
              <a:ext uri="{FF2B5EF4-FFF2-40B4-BE49-F238E27FC236}">
                <a16:creationId xmlns:a16="http://schemas.microsoft.com/office/drawing/2014/main" id="{2A3F52BF-3BEC-4FA0-92F2-7C6D40D7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953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0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12" name="shape-441">
            <a:extLst xmlns:a="http://schemas.openxmlformats.org/drawingml/2006/main">
              <a:ext uri="{FF2B5EF4-FFF2-40B4-BE49-F238E27FC236}">
                <a16:creationId xmlns:a16="http://schemas.microsoft.com/office/drawing/2014/main" id="{99E2D2E9-FA4D-4F6C-B0EF-63842F1F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72125"/>
            <a:ext cx="1000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Atención</a:t>
            </a:r>
          </a:p>
          <a:p xmlns:a="http://schemas.openxmlformats.org/drawingml/2006/main">
            <a: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comercial</a:t>
            </a:r>
          </a:p>
        </p:txBody>
      </p:sp>
      <p:sp>
        <p:nvSpPr>
          <p:cNvPr id="13" name="flow-442">
            <a:extLst xmlns:a="http://schemas.openxmlformats.org/drawingml/2006/main">
              <a:ext uri="{FF2B5EF4-FFF2-40B4-BE49-F238E27FC236}">
                <a16:creationId xmlns:a16="http://schemas.microsoft.com/office/drawing/2014/main" id="{B18930E0-A5A7-41BD-B66A-16874AB1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028950"/>
            <a:ext cx="704850" cy="19050"/>
          </a:xfrm>
          <a:custGeom xmlns:a="http://schemas.openxmlformats.org/drawingml/2006/main">
            <a:pathLst>
              <a:path w="704850" h="19050">
                <a:moveTo>
                  <a:pt x="0" y="0"/>
                </a:moveTo>
                <a:lnTo>
                  <a:pt x="70485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14" name="arrow-442">
            <a:extLst xmlns:a="http://schemas.openxmlformats.org/drawingml/2006/main">
              <a:ext uri="{FF2B5EF4-FFF2-40B4-BE49-F238E27FC236}">
                <a16:creationId xmlns:a16="http://schemas.microsoft.com/office/drawing/2014/main" id="{8357A710-1B12-4F30-9C6E-86324B95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8769" y="3004267"/>
            <a:ext cx="86856" cy="82831"/>
          </a:xfrm>
          <a:custGeom xmlns:a="http://schemas.openxmlformats.org/drawingml/2006/main">
            <a:pathLst>
              <a:path w="86856" h="82831">
                <a:moveTo>
                  <a:pt x="86856" y="43733"/>
                </a:moveTo>
                <a:lnTo>
                  <a:pt x="0" y="82831"/>
                </a:lnTo>
                <a:lnTo>
                  <a:pt x="2239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15" name="flow-443">
            <a:extLst xmlns:a="http://schemas.openxmlformats.org/drawingml/2006/main">
              <a:ext uri="{FF2B5EF4-FFF2-40B4-BE49-F238E27FC236}">
                <a16:creationId xmlns:a16="http://schemas.microsoft.com/office/drawing/2014/main" id="{FA744EA2-69FB-4B94-99D9-6CBC267C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48000"/>
            <a:ext cx="1000125" cy="2143125"/>
          </a:xfrm>
          <a:custGeom xmlns:a="http://schemas.openxmlformats.org/drawingml/2006/main">
            <a:pathLst>
              <a:path w="1000125" h="2143125">
                <a:moveTo>
                  <a:pt x="0" y="0"/>
                </a:moveTo>
                <a:lnTo>
                  <a:pt x="476250" y="0"/>
                </a:lnTo>
                <a:lnTo>
                  <a:pt x="476250" y="2143125"/>
                </a:lnTo>
                <a:lnTo>
                  <a:pt x="1000125" y="21431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16" name="arrow-443">
            <a:extLst xmlns:a="http://schemas.openxmlformats.org/drawingml/2006/main">
              <a:ext uri="{FF2B5EF4-FFF2-40B4-BE49-F238E27FC236}">
                <a16:creationId xmlns:a16="http://schemas.microsoft.com/office/drawing/2014/main" id="{03242041-5195-46FE-B3FE-E913A04D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32" y="5149695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17" name="flow-444">
            <a:extLst xmlns:a="http://schemas.openxmlformats.org/drawingml/2006/main">
              <a:ext uri="{FF2B5EF4-FFF2-40B4-BE49-F238E27FC236}">
                <a16:creationId xmlns:a16="http://schemas.microsoft.com/office/drawing/2014/main" id="{148013FF-6C25-42B1-8CD3-81AFA0E3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91125"/>
            <a:ext cx="762000" cy="9525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18" name="arrow-444">
            <a:extLst xmlns:a="http://schemas.openxmlformats.org/drawingml/2006/main">
              <a:ext uri="{FF2B5EF4-FFF2-40B4-BE49-F238E27FC236}">
                <a16:creationId xmlns:a16="http://schemas.microsoft.com/office/drawing/2014/main" id="{2D388BC9-7D06-4CF1-A186-CD33EA2A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482" y="5149695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19" name="flow-445">
            <a:extLst xmlns:a="http://schemas.openxmlformats.org/drawingml/2006/main">
              <a:ext uri="{FF2B5EF4-FFF2-40B4-BE49-F238E27FC236}">
                <a16:creationId xmlns:a16="http://schemas.microsoft.com/office/drawing/2014/main" id="{1E4CD28C-E179-46BE-BA88-67A046CB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191125"/>
            <a:ext cx="1285875" cy="9525"/>
          </a:xfrm>
          <a:custGeom xmlns:a="http://schemas.openxmlformats.org/drawingml/2006/main">
            <a:pathLst>
              <a:path w="1285875" h="9525">
                <a:moveTo>
                  <a:pt x="0" y="0"/>
                </a:moveTo>
                <a:lnTo>
                  <a:pt x="1285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0" name="arrow-445">
            <a:extLst xmlns:a="http://schemas.openxmlformats.org/drawingml/2006/main">
              <a:ext uri="{FF2B5EF4-FFF2-40B4-BE49-F238E27FC236}">
                <a16:creationId xmlns:a16="http://schemas.microsoft.com/office/drawing/2014/main" id="{CB019BBE-33DC-4F69-B57F-D4B4513E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07" y="5149695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1" name="shape-446">
            <a:extLst xmlns:a="http://schemas.openxmlformats.org/drawingml/2006/main">
              <a:ext uri="{FF2B5EF4-FFF2-40B4-BE49-F238E27FC236}">
                <a16:creationId xmlns:a16="http://schemas.microsoft.com/office/drawing/2014/main" id="{18A68ACD-4A24-4FFF-B4AB-7950A79F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3138" y="49244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Sí</a:t>
            </a:r>
          </a:p>
        </p:txBody>
      </p:sp>
      <p:sp>
        <p:nvSpPr>
          <p:cNvPr id="22" name="flow-447">
            <a:extLst xmlns:a="http://schemas.openxmlformats.org/drawingml/2006/main">
              <a:ext uri="{FF2B5EF4-FFF2-40B4-BE49-F238E27FC236}">
                <a16:creationId xmlns:a16="http://schemas.microsoft.com/office/drawing/2014/main" id="{3CA08FBD-23BD-4C15-A3FA-0CEBECD2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5191125"/>
            <a:ext cx="1095375" cy="9525"/>
          </a:xfrm>
          <a:custGeom xmlns:a="http://schemas.openxmlformats.org/drawingml/2006/main">
            <a:pathLst>
              <a:path w="1095375" h="9525">
                <a:moveTo>
                  <a:pt x="0" y="0"/>
                </a:moveTo>
                <a:lnTo>
                  <a:pt x="1095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3" name="arrow-447">
            <a:extLst xmlns:a="http://schemas.openxmlformats.org/drawingml/2006/main">
              <a:ext uri="{FF2B5EF4-FFF2-40B4-BE49-F238E27FC236}">
                <a16:creationId xmlns:a16="http://schemas.microsoft.com/office/drawing/2014/main" id="{D41E8C79-8901-46E9-BAFD-B006C3DF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232" y="5149695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4" name="flow-448">
            <a:extLst xmlns:a="http://schemas.openxmlformats.org/drawingml/2006/main">
              <a:ext uri="{FF2B5EF4-FFF2-40B4-BE49-F238E27FC236}">
                <a16:creationId xmlns:a16="http://schemas.microsoft.com/office/drawing/2014/main" id="{8FDB2B80-243C-4270-9876-C877AC56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429250"/>
            <a:ext cx="428625" cy="952500"/>
          </a:xfrm>
          <a:custGeom xmlns:a="http://schemas.openxmlformats.org/drawingml/2006/main">
            <a:pathLst>
              <a:path w="428625" h="952500">
                <a:moveTo>
                  <a:pt x="428625" y="0"/>
                </a:moveTo>
                <a:lnTo>
                  <a:pt x="428625" y="952500"/>
                </a:lnTo>
                <a:lnTo>
                  <a:pt x="0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5" name="arrow-448">
            <a:extLst xmlns:a="http://schemas.openxmlformats.org/drawingml/2006/main">
              <a:ext uri="{FF2B5EF4-FFF2-40B4-BE49-F238E27FC236}">
                <a16:creationId xmlns:a16="http://schemas.microsoft.com/office/drawing/2014/main" id="{794BD5C7-EEE2-48D7-BEF4-AF46A0A6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340320"/>
            <a:ext cx="85768" cy="82861"/>
          </a:xfrm>
          <a:custGeom xmlns:a="http://schemas.openxmlformats.org/drawingml/2006/main">
            <a:pathLst>
              <a:path w="85768" h="82861">
                <a:moveTo>
                  <a:pt x="0" y="41430"/>
                </a:moveTo>
                <a:lnTo>
                  <a:pt x="85768" y="0"/>
                </a:lnTo>
                <a:lnTo>
                  <a:pt x="85768" y="82861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6" name="shape-449">
            <a:extLst xmlns:a="http://schemas.openxmlformats.org/drawingml/2006/main">
              <a:ext uri="{FF2B5EF4-FFF2-40B4-BE49-F238E27FC236}">
                <a16:creationId xmlns:a16="http://schemas.microsoft.com/office/drawing/2014/main" id="{D2B9B26C-EBA6-4F18-AE85-657D4054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438775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7" name="flow-450">
            <a:extLst xmlns:a="http://schemas.openxmlformats.org/drawingml/2006/main">
              <a:ext uri="{FF2B5EF4-FFF2-40B4-BE49-F238E27FC236}">
                <a16:creationId xmlns:a16="http://schemas.microsoft.com/office/drawing/2014/main" id="{C95BDC84-D300-482F-A5ED-4C5A7230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29000"/>
            <a:ext cx="2571750" cy="2952750"/>
          </a:xfrm>
          <a:custGeom xmlns:a="http://schemas.openxmlformats.org/drawingml/2006/main">
            <a:pathLst>
              <a:path w="2571750" h="2952750">
                <a:moveTo>
                  <a:pt x="2571750" y="2952750"/>
                </a:moveTo>
                <a:lnTo>
                  <a:pt x="1428750" y="2952750"/>
                </a:lnTo>
                <a:lnTo>
                  <a:pt x="1428750" y="476250"/>
                </a:lnTo>
                <a:lnTo>
                  <a:pt x="0" y="4762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8" name="arrow-450">
            <a:extLst xmlns:a="http://schemas.openxmlformats.org/drawingml/2006/main">
              <a:ext uri="{FF2B5EF4-FFF2-40B4-BE49-F238E27FC236}">
                <a16:creationId xmlns:a16="http://schemas.microsoft.com/office/drawing/2014/main" id="{D541BF2C-671E-4193-976E-0456E446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4320" y="3429000"/>
            <a:ext cx="82861" cy="85768"/>
          </a:xfrm>
          <a:custGeom xmlns:a="http://schemas.openxmlformats.org/drawingml/2006/main">
            <a:pathLst>
              <a:path w="82861" h="85768">
                <a:moveTo>
                  <a:pt x="41430" y="0"/>
                </a:moveTo>
                <a:lnTo>
                  <a:pt x="82861" y="85768"/>
                </a:lnTo>
                <a:lnTo>
                  <a:pt x="0" y="85768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9" name="inicio">
            <a:extLst xmlns:a="http://schemas.openxmlformats.org/drawingml/2006/main">
              <a:ext uri="{FF2B5EF4-FFF2-40B4-BE49-F238E27FC236}">
                <a16:creationId xmlns:a16="http://schemas.microsoft.com/office/drawing/2014/main" id="{49EBF5E6-4DF2-45F7-9382-90CFAC1B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0" name="shape-451">
            <a:extLst xmlns:a="http://schemas.openxmlformats.org/drawingml/2006/main">
              <a:ext uri="{FF2B5EF4-FFF2-40B4-BE49-F238E27FC236}">
                <a16:creationId xmlns:a16="http://schemas.microsoft.com/office/drawing/2014/main" id="{E7FC9FDA-3BB1-41C9-B3DA-BFFCD549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76600"/>
            <a:ext cx="1009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Inicio</a:t>
            </a:r>
          </a:p>
        </p:txBody>
      </p:sp>
      <p:sp>
        <p:nvSpPr>
          <p:cNvPr id="31" name="editar">
            <a:extLst xmlns:a="http://schemas.openxmlformats.org/drawingml/2006/main">
              <a:ext uri="{FF2B5EF4-FFF2-40B4-BE49-F238E27FC236}">
                <a16:creationId xmlns:a16="http://schemas.microsoft.com/office/drawing/2014/main" id="{CC811F37-01DB-49CF-8F73-26C41C29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67000"/>
            <a:ext cx="2000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32" name="flow-452">
            <a:extLst xmlns:a="http://schemas.openxmlformats.org/drawingml/2006/main">
              <a:ext uri="{FF2B5EF4-FFF2-40B4-BE49-F238E27FC236}">
                <a16:creationId xmlns:a16="http://schemas.microsoft.com/office/drawing/2014/main" id="{FB2C5D4B-B6A4-49B3-99B0-C94ED995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33675"/>
            <a:ext cx="200025" cy="209550"/>
          </a:xfrm>
          <a:custGeom xmlns:a="http://schemas.openxmlformats.org/drawingml/2006/main">
            <a:pathLst>
              <a:path w="200025" h="209550">
                <a:moveTo>
                  <a:pt x="0" y="114300"/>
                </a:moveTo>
                <a:lnTo>
                  <a:pt x="0" y="66675"/>
                </a:lnTo>
                <a:lnTo>
                  <a:pt x="28575" y="47625"/>
                </a:lnTo>
                <a:lnTo>
                  <a:pt x="47625" y="76200"/>
                </a:lnTo>
                <a:lnTo>
                  <a:pt x="47625" y="9525"/>
                </a:lnTo>
                <a:lnTo>
                  <a:pt x="76200" y="9525"/>
                </a:lnTo>
                <a:lnTo>
                  <a:pt x="76200" y="76200"/>
                </a:lnTo>
                <a:lnTo>
                  <a:pt x="95250" y="0"/>
                </a:lnTo>
                <a:lnTo>
                  <a:pt x="123825" y="9525"/>
                </a:lnTo>
                <a:lnTo>
                  <a:pt x="114300" y="85725"/>
                </a:lnTo>
                <a:lnTo>
                  <a:pt x="142875" y="28575"/>
                </a:lnTo>
                <a:lnTo>
                  <a:pt x="171450" y="38100"/>
                </a:lnTo>
                <a:lnTo>
                  <a:pt x="152400" y="123825"/>
                </a:lnTo>
                <a:lnTo>
                  <a:pt x="180975" y="95250"/>
                </a:lnTo>
                <a:lnTo>
                  <a:pt x="200025" y="114300"/>
                </a:lnTo>
                <a:lnTo>
                  <a:pt x="152400" y="209550"/>
                </a:lnTo>
                <a:lnTo>
                  <a:pt x="57150" y="209550"/>
                </a:ln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33" name="shape-453">
            <a:extLst xmlns:a="http://schemas.openxmlformats.org/drawingml/2006/main">
              <a:ext uri="{FF2B5EF4-FFF2-40B4-BE49-F238E27FC236}">
                <a16:creationId xmlns:a16="http://schemas.microsoft.com/office/drawing/2014/main" id="{2A9EF092-77D6-445D-A8D4-FE3CFE89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914650"/>
            <a:ext cx="1847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Anotar cambios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de producto y precio</a:t>
            </a:r>
          </a:p>
        </p:txBody>
      </p:sp>
      <p:sp>
        <p:nvSpPr>
          <p:cNvPr id="34" name="validar">
            <a:extLst xmlns:a="http://schemas.openxmlformats.org/drawingml/2006/main">
              <a:ext uri="{FF2B5EF4-FFF2-40B4-BE49-F238E27FC236}">
                <a16:creationId xmlns:a16="http://schemas.microsoft.com/office/drawing/2014/main" id="{F98D0C11-E69B-4041-8B9B-2C8245B3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10125"/>
            <a:ext cx="2000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35" name="flow-454">
            <a:extLst xmlns:a="http://schemas.openxmlformats.org/drawingml/2006/main">
              <a:ext uri="{FF2B5EF4-FFF2-40B4-BE49-F238E27FC236}">
                <a16:creationId xmlns:a16="http://schemas.microsoft.com/office/drawing/2014/main" id="{B8BA2062-D568-40D0-9CEA-E257E900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876800"/>
            <a:ext cx="200025" cy="209550"/>
          </a:xfrm>
          <a:custGeom xmlns:a="http://schemas.openxmlformats.org/drawingml/2006/main">
            <a:pathLst>
              <a:path w="200025" h="209550">
                <a:moveTo>
                  <a:pt x="0" y="114300"/>
                </a:moveTo>
                <a:lnTo>
                  <a:pt x="0" y="66675"/>
                </a:lnTo>
                <a:lnTo>
                  <a:pt x="28575" y="47625"/>
                </a:lnTo>
                <a:lnTo>
                  <a:pt x="47625" y="76200"/>
                </a:lnTo>
                <a:lnTo>
                  <a:pt x="47625" y="9525"/>
                </a:lnTo>
                <a:lnTo>
                  <a:pt x="76200" y="9525"/>
                </a:lnTo>
                <a:lnTo>
                  <a:pt x="76200" y="76200"/>
                </a:lnTo>
                <a:lnTo>
                  <a:pt x="95250" y="0"/>
                </a:lnTo>
                <a:lnTo>
                  <a:pt x="123825" y="9525"/>
                </a:lnTo>
                <a:lnTo>
                  <a:pt x="114300" y="85725"/>
                </a:lnTo>
                <a:lnTo>
                  <a:pt x="142875" y="28575"/>
                </a:lnTo>
                <a:lnTo>
                  <a:pt x="171450" y="38100"/>
                </a:lnTo>
                <a:lnTo>
                  <a:pt x="152400" y="123825"/>
                </a:lnTo>
                <a:lnTo>
                  <a:pt x="180975" y="95250"/>
                </a:lnTo>
                <a:lnTo>
                  <a:pt x="200025" y="114300"/>
                </a:lnTo>
                <a:lnTo>
                  <a:pt x="152400" y="209550"/>
                </a:lnTo>
                <a:lnTo>
                  <a:pt x="57150" y="209550"/>
                </a:ln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36" name="shape-455">
            <a:extLst xmlns:a="http://schemas.openxmlformats.org/drawingml/2006/main">
              <a:ext uri="{FF2B5EF4-FFF2-40B4-BE49-F238E27FC236}">
                <a16:creationId xmlns:a16="http://schemas.microsoft.com/office/drawing/2014/main" id="{C61E343E-DDD0-429D-A1A8-FF8F3612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57775"/>
            <a:ext cx="1847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Contrastar ficha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y stock físico</a:t>
            </a:r>
          </a:p>
        </p:txBody>
      </p:sp>
      <p:sp>
        <p:nvSpPr>
          <p:cNvPr id="37" name="valido">
            <a:extLst xmlns:a="http://schemas.openxmlformats.org/drawingml/2006/main">
              <a:ext uri="{FF2B5EF4-FFF2-40B4-BE49-F238E27FC236}">
                <a16:creationId xmlns:a16="http://schemas.microsoft.com/office/drawing/2014/main" id="{5FD94770-CABE-4D58-AD66-837A7B39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0"/>
            <a:ext cx="476250" cy="476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8" name="shape-456">
            <a:extLst xmlns:a="http://schemas.openxmlformats.org/drawingml/2006/main">
              <a:ext uri="{FF2B5EF4-FFF2-40B4-BE49-F238E27FC236}">
                <a16:creationId xmlns:a16="http://schemas.microsoft.com/office/drawing/2014/main" id="{8C92208C-25B9-4004-87BC-CDF8CDC2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01015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39" name="shape-457">
            <a:extLst xmlns:a="http://schemas.openxmlformats.org/drawingml/2006/main">
              <a:ext uri="{FF2B5EF4-FFF2-40B4-BE49-F238E27FC236}">
                <a16:creationId xmlns:a16="http://schemas.microsoft.com/office/drawing/2014/main" id="{AE2EB34A-E4FB-497E-BEB7-F40A4BDB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1010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¿Datos coinciden?</a:t>
            </a:r>
          </a:p>
        </p:txBody>
      </p:sp>
      <p:sp>
        <p:nvSpPr>
          <p:cNvPr id="40" name="guardar">
            <a:extLst xmlns:a="http://schemas.openxmlformats.org/drawingml/2006/main">
              <a:ext uri="{FF2B5EF4-FFF2-40B4-BE49-F238E27FC236}">
                <a16:creationId xmlns:a16="http://schemas.microsoft.com/office/drawing/2014/main" id="{3A30A7E8-2E28-4473-A6E9-1DBE7FC6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810125"/>
            <a:ext cx="2000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41" name="flow-458">
            <a:extLst xmlns:a="http://schemas.openxmlformats.org/drawingml/2006/main">
              <a:ext uri="{FF2B5EF4-FFF2-40B4-BE49-F238E27FC236}">
                <a16:creationId xmlns:a16="http://schemas.microsoft.com/office/drawing/2014/main" id="{889B332D-1170-4CDE-BE36-667A89FA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876800"/>
            <a:ext cx="200025" cy="209550"/>
          </a:xfrm>
          <a:custGeom xmlns:a="http://schemas.openxmlformats.org/drawingml/2006/main">
            <a:pathLst>
              <a:path w="200025" h="209550">
                <a:moveTo>
                  <a:pt x="0" y="114300"/>
                </a:moveTo>
                <a:lnTo>
                  <a:pt x="0" y="66675"/>
                </a:lnTo>
                <a:lnTo>
                  <a:pt x="28575" y="47625"/>
                </a:lnTo>
                <a:lnTo>
                  <a:pt x="47625" y="76200"/>
                </a:lnTo>
                <a:lnTo>
                  <a:pt x="47625" y="9525"/>
                </a:lnTo>
                <a:lnTo>
                  <a:pt x="76200" y="9525"/>
                </a:lnTo>
                <a:lnTo>
                  <a:pt x="76200" y="76200"/>
                </a:lnTo>
                <a:lnTo>
                  <a:pt x="95250" y="0"/>
                </a:lnTo>
                <a:lnTo>
                  <a:pt x="123825" y="9525"/>
                </a:lnTo>
                <a:lnTo>
                  <a:pt x="114300" y="85725"/>
                </a:lnTo>
                <a:lnTo>
                  <a:pt x="142875" y="28575"/>
                </a:lnTo>
                <a:lnTo>
                  <a:pt x="171450" y="38100"/>
                </a:lnTo>
                <a:lnTo>
                  <a:pt x="152400" y="123825"/>
                </a:lnTo>
                <a:lnTo>
                  <a:pt x="180975" y="95250"/>
                </a:lnTo>
                <a:lnTo>
                  <a:pt x="200025" y="114300"/>
                </a:lnTo>
                <a:lnTo>
                  <a:pt x="152400" y="209550"/>
                </a:lnTo>
                <a:lnTo>
                  <a:pt x="57150" y="209550"/>
                </a:ln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42" name="shape-459">
            <a:extLst xmlns:a="http://schemas.openxmlformats.org/drawingml/2006/main">
              <a:ext uri="{FF2B5EF4-FFF2-40B4-BE49-F238E27FC236}">
                <a16:creationId xmlns:a16="http://schemas.microsoft.com/office/drawing/2014/main" id="{07FA256A-EC33-4D2E-B289-241C07A8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5057775"/>
            <a:ext cx="1847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Actualizar lista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y difundir catálogo</a:t>
            </a:r>
          </a:p>
        </p:txBody>
      </p:sp>
      <p:sp>
        <p:nvSpPr>
          <p:cNvPr id="43" name="fin">
            <a:extLst xmlns:a="http://schemas.openxmlformats.org/drawingml/2006/main">
              <a:ext uri="{FF2B5EF4-FFF2-40B4-BE49-F238E27FC236}">
                <a16:creationId xmlns:a16="http://schemas.microsoft.com/office/drawing/2014/main" id="{FAAE3B14-FDA5-4D75-8973-B2EAC60C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0196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4382B"/>
            </a:solidFill>
            <a:prstDash val="solid"/>
          </a:ln>
        </p:spPr>
      </p:sp>
      <p:sp>
        <p:nvSpPr>
          <p:cNvPr id="44" name="shape-460">
            <a:extLst xmlns:a="http://schemas.openxmlformats.org/drawingml/2006/main">
              <a:ext uri="{FF2B5EF4-FFF2-40B4-BE49-F238E27FC236}">
                <a16:creationId xmlns:a16="http://schemas.microsoft.com/office/drawing/2014/main" id="{9085097C-D336-452E-8E0F-EE39F321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5438775"/>
            <a:ext cx="1009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Catálogo actualizado</a:t>
            </a:r>
          </a:p>
        </p:txBody>
      </p:sp>
      <p:sp>
        <p:nvSpPr>
          <p:cNvPr id="45" name="error">
            <a:extLst xmlns:a="http://schemas.openxmlformats.org/drawingml/2006/main">
              <a:ext uri="{FF2B5EF4-FFF2-40B4-BE49-F238E27FC236}">
                <a16:creationId xmlns:a16="http://schemas.microsoft.com/office/drawing/2014/main" id="{5CE98D39-B10B-4E2B-A15A-C4547652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048375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46" name="flow-461">
            <a:extLst xmlns:a="http://schemas.openxmlformats.org/drawingml/2006/main">
              <a:ext uri="{FF2B5EF4-FFF2-40B4-BE49-F238E27FC236}">
                <a16:creationId xmlns:a16="http://schemas.microsoft.com/office/drawing/2014/main" id="{616B58B7-9F05-4426-9AD5-9021ED5D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6115050"/>
            <a:ext cx="200025" cy="209550"/>
          </a:xfrm>
          <a:custGeom xmlns:a="http://schemas.openxmlformats.org/drawingml/2006/main">
            <a:pathLst>
              <a:path w="200025" h="209550">
                <a:moveTo>
                  <a:pt x="0" y="114300"/>
                </a:moveTo>
                <a:lnTo>
                  <a:pt x="0" y="66675"/>
                </a:lnTo>
                <a:lnTo>
                  <a:pt x="28575" y="47625"/>
                </a:lnTo>
                <a:lnTo>
                  <a:pt x="47625" y="76200"/>
                </a:lnTo>
                <a:lnTo>
                  <a:pt x="47625" y="9525"/>
                </a:lnTo>
                <a:lnTo>
                  <a:pt x="76200" y="9525"/>
                </a:lnTo>
                <a:lnTo>
                  <a:pt x="76200" y="76200"/>
                </a:lnTo>
                <a:lnTo>
                  <a:pt x="95250" y="0"/>
                </a:lnTo>
                <a:lnTo>
                  <a:pt x="123825" y="9525"/>
                </a:lnTo>
                <a:lnTo>
                  <a:pt x="114300" y="85725"/>
                </a:lnTo>
                <a:lnTo>
                  <a:pt x="142875" y="28575"/>
                </a:lnTo>
                <a:lnTo>
                  <a:pt x="171450" y="38100"/>
                </a:lnTo>
                <a:lnTo>
                  <a:pt x="152400" y="123825"/>
                </a:lnTo>
                <a:lnTo>
                  <a:pt x="180975" y="95250"/>
                </a:lnTo>
                <a:lnTo>
                  <a:pt x="200025" y="114300"/>
                </a:lnTo>
                <a:lnTo>
                  <a:pt x="152400" y="209550"/>
                </a:lnTo>
                <a:lnTo>
                  <a:pt x="57150" y="209550"/>
                </a:ln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47" name="shape-462">
            <a:extLst xmlns:a="http://schemas.openxmlformats.org/drawingml/2006/main">
              <a:ext uri="{FF2B5EF4-FFF2-40B4-BE49-F238E27FC236}">
                <a16:creationId xmlns:a16="http://schemas.microsoft.com/office/drawing/2014/main" id="{85FAF074-8F3E-408D-A0AD-0BF8C558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296025"/>
            <a:ext cx="1847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Anotar diferencias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y pedir corrección</a:t>
            </a:r>
          </a:p>
        </p:txBody>
      </p:sp>
      <p:sp>
        <p:nvSpPr>
          <p:cNvPr id="48" name="shape-463">
            <a:extLst xmlns:a="http://schemas.openxmlformats.org/drawingml/2006/main">
              <a:ext uri="{FF2B5EF4-FFF2-40B4-BE49-F238E27FC236}">
                <a16:creationId xmlns:a16="http://schemas.microsoft.com/office/drawing/2014/main" id="{EC6D9C58-C6C9-4A04-B6D6-FEF0044F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5807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Inicio / fin     Tarea manual o de usuario     Tarea de servicio     X Decisión exclusiva</a:t>
            </a:r>
          </a:p>
        </p:txBody>
      </p:sp>
      <p:sp>
        <p:nvSpPr>
          <p:cNvPr id="49" name="shape-464">
            <a:extLst xmlns:a="http://schemas.openxmlformats.org/drawingml/2006/main">
              <a:ext uri="{FF2B5EF4-FFF2-40B4-BE49-F238E27FC236}">
                <a16:creationId xmlns:a16="http://schemas.microsoft.com/office/drawing/2014/main" id="{B78D086F-CE03-4A14-AABA-F59B9954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78192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Flujo continuo dentro del participante. Mensajes discontinuos entre participantes. Modelo de diseño.</a:t>
            </a:r>
          </a:p>
        </p:txBody>
      </p:sp>
      <p:sp>
        <p:nvSpPr>
          <p:cNvPr id="50" name="shape-465">
            <a:extLst xmlns:a="http://schemas.openxmlformats.org/drawingml/2006/main">
              <a:ext uri="{FF2B5EF4-FFF2-40B4-BE49-F238E27FC236}">
                <a16:creationId xmlns:a16="http://schemas.microsoft.com/office/drawing/2014/main" id="{94C8CCB8-6C77-43AF-A553-4053F073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1390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Operación manual mediante registros, mensajes y coordinación del personal.</a:t>
            </a:r>
          </a:p>
        </p:txBody>
      </p:sp>
    </p:spTree>
    <p:extLst>
      <p:ext uri="{BB962C8B-B14F-4D97-AF65-F5344CB8AC3E}">
        <p14:creationId xmlns:p14="http://schemas.microsoft.com/office/powerpoint/2010/main" val="2122990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shape-466">
            <a:extLst xmlns:a="http://schemas.openxmlformats.org/drawingml/2006/main">
              <a:ext uri="{FF2B5EF4-FFF2-40B4-BE49-F238E27FC236}">
                <a16:creationId xmlns:a16="http://schemas.microsoft.com/office/drawing/2014/main" id="{4F1D7D1F-727A-4C5B-84B5-EC1E8DEE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CAPÍTULO 3  /  BPMN 2.0</a:t>
            </a:r>
          </a:p>
        </p:txBody>
      </p:sp>
      <p:sp>
        <p:nvSpPr>
          <p:cNvPr id="2" name="shape-467">
            <a:extLst xmlns:a="http://schemas.openxmlformats.org/drawingml/2006/main">
              <a:ext uri="{FF2B5EF4-FFF2-40B4-BE49-F238E27FC236}">
                <a16:creationId xmlns:a16="http://schemas.microsoft.com/office/drawing/2014/main" id="{31DA0AEB-2997-4607-ABC7-0563776A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14E35"/>
                </a:solidFill>
                <a:latin typeface="Georgia"/>
                <a:ea typeface="Georgia"/>
                <a:cs typeface="Georgia"/>
              </a:rPr>
              <a:t>Mantenimiento del catálogo TO-BE</a:t>
            </a:r>
          </a:p>
        </p:txBody>
      </p:sp>
      <p:sp>
        <p:nvSpPr>
          <p:cNvPr id="3" name="shape-468">
            <a:extLst xmlns:a="http://schemas.openxmlformats.org/drawingml/2006/main">
              <a:ext uri="{FF2B5EF4-FFF2-40B4-BE49-F238E27FC236}">
                <a16:creationId xmlns:a16="http://schemas.microsoft.com/office/drawing/2014/main" id="{89F46B99-652B-48B4-8E32-A32CBF13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5340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Alma Floral  ·  Herramientas de Desarrollo</a:t>
            </a:r>
          </a:p>
        </p:txBody>
      </p:sp>
      <p:sp>
        <p:nvSpPr>
          <p:cNvPr id="4" name="shape-469">
            <a:extLst xmlns:a="http://schemas.openxmlformats.org/drawingml/2006/main">
              <a:ext uri="{FF2B5EF4-FFF2-40B4-BE49-F238E27FC236}">
                <a16:creationId xmlns:a16="http://schemas.microsoft.com/office/drawing/2014/main" id="{DFC56393-7EEA-436E-9211-13A35535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153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shape-470">
            <a:extLst xmlns:a="http://schemas.openxmlformats.org/drawingml/2006/main">
              <a:ext uri="{FF2B5EF4-FFF2-40B4-BE49-F238E27FC236}">
                <a16:creationId xmlns:a16="http://schemas.microsoft.com/office/drawing/2014/main" id="{7B3585FC-91B3-407E-991C-441634ED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81250"/>
            <a:ext cx="143827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CA294"/>
            </a:solidFill>
            <a:prstDash val="solid"/>
          </a:ln>
        </p:spPr>
      </p:sp>
      <p:sp>
        <p:nvSpPr>
          <p:cNvPr id="6" name="shape-471">
            <a:extLst xmlns:a="http://schemas.openxmlformats.org/drawingml/2006/main">
              <a:ext uri="{FF2B5EF4-FFF2-40B4-BE49-F238E27FC236}">
                <a16:creationId xmlns:a16="http://schemas.microsoft.com/office/drawing/2014/main" id="{4734D32B-1454-41EB-9C52-B2B1CA74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526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ALMA FLORAL</a:t>
            </a:r>
          </a:p>
        </p:txBody>
      </p:sp>
      <p:sp>
        <p:nvSpPr>
          <p:cNvPr id="7" name="shape-472">
            <a:extLst xmlns:a="http://schemas.openxmlformats.org/drawingml/2006/main">
              <a:ext uri="{FF2B5EF4-FFF2-40B4-BE49-F238E27FC236}">
                <a16:creationId xmlns:a16="http://schemas.microsoft.com/office/drawing/2014/main" id="{8F3DDBCF-0A8C-4776-84B3-6C0843B3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40493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8" name="shape-473">
            <a:extLst xmlns:a="http://schemas.openxmlformats.org/drawingml/2006/main">
              <a:ext uri="{FF2B5EF4-FFF2-40B4-BE49-F238E27FC236}">
                <a16:creationId xmlns:a16="http://schemas.microsoft.com/office/drawing/2014/main" id="{FF29D8A2-0387-42FA-A211-41BC4D7A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953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0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9" name="shape-474">
            <a:extLst xmlns:a="http://schemas.openxmlformats.org/drawingml/2006/main">
              <a:ext uri="{FF2B5EF4-FFF2-40B4-BE49-F238E27FC236}">
                <a16:creationId xmlns:a16="http://schemas.microsoft.com/office/drawing/2014/main" id="{351F9D30-63C8-4BF9-8045-8DBE2BBC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38500"/>
            <a:ext cx="1000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Admin.</a:t>
            </a:r>
          </a:p>
        </p:txBody>
      </p:sp>
      <p:sp>
        <p:nvSpPr>
          <p:cNvPr id="10" name="shape-475">
            <a:extLst xmlns:a="http://schemas.openxmlformats.org/drawingml/2006/main">
              <a:ext uri="{FF2B5EF4-FFF2-40B4-BE49-F238E27FC236}">
                <a16:creationId xmlns:a16="http://schemas.microsoft.com/office/drawing/2014/main" id="{57F8C5A0-9D7C-446F-BDCB-75C79CFC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40493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11" name="shape-476">
            <a:extLst xmlns:a="http://schemas.openxmlformats.org/drawingml/2006/main">
              <a:ext uri="{FF2B5EF4-FFF2-40B4-BE49-F238E27FC236}">
                <a16:creationId xmlns:a16="http://schemas.microsoft.com/office/drawing/2014/main" id="{97B2CC66-8096-410D-8F21-071D3559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953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0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12" name="shape-477">
            <a:extLst xmlns:a="http://schemas.openxmlformats.org/drawingml/2006/main">
              <a:ext uri="{FF2B5EF4-FFF2-40B4-BE49-F238E27FC236}">
                <a16:creationId xmlns:a16="http://schemas.microsoft.com/office/drawing/2014/main" id="{41E4A457-BBDD-4D72-A123-A5D1FE82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72125"/>
            <a:ext cx="1000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Sistema web</a:t>
            </a:r>
          </a:p>
        </p:txBody>
      </p:sp>
      <p:sp>
        <p:nvSpPr>
          <p:cNvPr id="13" name="flow-478">
            <a:extLst xmlns:a="http://schemas.openxmlformats.org/drawingml/2006/main">
              <a:ext uri="{FF2B5EF4-FFF2-40B4-BE49-F238E27FC236}">
                <a16:creationId xmlns:a16="http://schemas.microsoft.com/office/drawing/2014/main" id="{D34622D2-E8DE-4E63-BD01-32B3C014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028950"/>
            <a:ext cx="704850" cy="19050"/>
          </a:xfrm>
          <a:custGeom xmlns:a="http://schemas.openxmlformats.org/drawingml/2006/main">
            <a:pathLst>
              <a:path w="704850" h="19050">
                <a:moveTo>
                  <a:pt x="0" y="0"/>
                </a:moveTo>
                <a:lnTo>
                  <a:pt x="70485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14" name="arrow-478">
            <a:extLst xmlns:a="http://schemas.openxmlformats.org/drawingml/2006/main">
              <a:ext uri="{FF2B5EF4-FFF2-40B4-BE49-F238E27FC236}">
                <a16:creationId xmlns:a16="http://schemas.microsoft.com/office/drawing/2014/main" id="{A7842A43-7A85-43D6-8FC2-C3E8784A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8769" y="3004267"/>
            <a:ext cx="86856" cy="82831"/>
          </a:xfrm>
          <a:custGeom xmlns:a="http://schemas.openxmlformats.org/drawingml/2006/main">
            <a:pathLst>
              <a:path w="86856" h="82831">
                <a:moveTo>
                  <a:pt x="86856" y="43733"/>
                </a:moveTo>
                <a:lnTo>
                  <a:pt x="0" y="82831"/>
                </a:lnTo>
                <a:lnTo>
                  <a:pt x="2239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15" name="flow-479">
            <a:extLst xmlns:a="http://schemas.openxmlformats.org/drawingml/2006/main">
              <a:ext uri="{FF2B5EF4-FFF2-40B4-BE49-F238E27FC236}">
                <a16:creationId xmlns:a16="http://schemas.microsoft.com/office/drawing/2014/main" id="{BEF05BF3-72BB-4EE5-BD91-35845649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48000"/>
            <a:ext cx="1000125" cy="2143125"/>
          </a:xfrm>
          <a:custGeom xmlns:a="http://schemas.openxmlformats.org/drawingml/2006/main">
            <a:pathLst>
              <a:path w="1000125" h="2143125">
                <a:moveTo>
                  <a:pt x="0" y="0"/>
                </a:moveTo>
                <a:lnTo>
                  <a:pt x="476250" y="0"/>
                </a:lnTo>
                <a:lnTo>
                  <a:pt x="476250" y="2143125"/>
                </a:lnTo>
                <a:lnTo>
                  <a:pt x="1000125" y="21431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16" name="arrow-479">
            <a:extLst xmlns:a="http://schemas.openxmlformats.org/drawingml/2006/main">
              <a:ext uri="{FF2B5EF4-FFF2-40B4-BE49-F238E27FC236}">
                <a16:creationId xmlns:a16="http://schemas.microsoft.com/office/drawing/2014/main" id="{D89A1C88-55CA-47E2-848D-C17A2CC5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32" y="5149695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17" name="flow-480">
            <a:extLst xmlns:a="http://schemas.openxmlformats.org/drawingml/2006/main">
              <a:ext uri="{FF2B5EF4-FFF2-40B4-BE49-F238E27FC236}">
                <a16:creationId xmlns:a16="http://schemas.microsoft.com/office/drawing/2014/main" id="{08EE7918-CA7A-4BC3-96F1-B58F6650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91125"/>
            <a:ext cx="762000" cy="9525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18" name="arrow-480">
            <a:extLst xmlns:a="http://schemas.openxmlformats.org/drawingml/2006/main">
              <a:ext uri="{FF2B5EF4-FFF2-40B4-BE49-F238E27FC236}">
                <a16:creationId xmlns:a16="http://schemas.microsoft.com/office/drawing/2014/main" id="{41B8F8DC-3E70-46BF-96B1-5E621BBC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482" y="5149695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19" name="flow-481">
            <a:extLst xmlns:a="http://schemas.openxmlformats.org/drawingml/2006/main">
              <a:ext uri="{FF2B5EF4-FFF2-40B4-BE49-F238E27FC236}">
                <a16:creationId xmlns:a16="http://schemas.microsoft.com/office/drawing/2014/main" id="{9DB995B0-1D31-4995-87A5-78005FBA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191125"/>
            <a:ext cx="1285875" cy="9525"/>
          </a:xfrm>
          <a:custGeom xmlns:a="http://schemas.openxmlformats.org/drawingml/2006/main">
            <a:pathLst>
              <a:path w="1285875" h="9525">
                <a:moveTo>
                  <a:pt x="0" y="0"/>
                </a:moveTo>
                <a:lnTo>
                  <a:pt x="1285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0" name="arrow-481">
            <a:extLst xmlns:a="http://schemas.openxmlformats.org/drawingml/2006/main">
              <a:ext uri="{FF2B5EF4-FFF2-40B4-BE49-F238E27FC236}">
                <a16:creationId xmlns:a16="http://schemas.microsoft.com/office/drawing/2014/main" id="{1D043F03-3DD1-44C9-9FE5-578E10DF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07" y="5149695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1" name="shape-482">
            <a:extLst xmlns:a="http://schemas.openxmlformats.org/drawingml/2006/main">
              <a:ext uri="{FF2B5EF4-FFF2-40B4-BE49-F238E27FC236}">
                <a16:creationId xmlns:a16="http://schemas.microsoft.com/office/drawing/2014/main" id="{4B799D3C-FB44-4061-9677-6E3E6D35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3138" y="49244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Sí</a:t>
            </a:r>
          </a:p>
        </p:txBody>
      </p:sp>
      <p:sp>
        <p:nvSpPr>
          <p:cNvPr id="22" name="flow-483">
            <a:extLst xmlns:a="http://schemas.openxmlformats.org/drawingml/2006/main">
              <a:ext uri="{FF2B5EF4-FFF2-40B4-BE49-F238E27FC236}">
                <a16:creationId xmlns:a16="http://schemas.microsoft.com/office/drawing/2014/main" id="{506FEA7A-28C7-4AF0-B198-B3450F28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5191125"/>
            <a:ext cx="1095375" cy="9525"/>
          </a:xfrm>
          <a:custGeom xmlns:a="http://schemas.openxmlformats.org/drawingml/2006/main">
            <a:pathLst>
              <a:path w="1095375" h="9525">
                <a:moveTo>
                  <a:pt x="0" y="0"/>
                </a:moveTo>
                <a:lnTo>
                  <a:pt x="1095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3" name="arrow-483">
            <a:extLst xmlns:a="http://schemas.openxmlformats.org/drawingml/2006/main">
              <a:ext uri="{FF2B5EF4-FFF2-40B4-BE49-F238E27FC236}">
                <a16:creationId xmlns:a16="http://schemas.microsoft.com/office/drawing/2014/main" id="{C8D23F89-5E39-48A7-8D45-127AB697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232" y="5149695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4" name="flow-484">
            <a:extLst xmlns:a="http://schemas.openxmlformats.org/drawingml/2006/main">
              <a:ext uri="{FF2B5EF4-FFF2-40B4-BE49-F238E27FC236}">
                <a16:creationId xmlns:a16="http://schemas.microsoft.com/office/drawing/2014/main" id="{67136B3E-FC2D-4B05-92EC-874A1BBE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429250"/>
            <a:ext cx="428625" cy="952500"/>
          </a:xfrm>
          <a:custGeom xmlns:a="http://schemas.openxmlformats.org/drawingml/2006/main">
            <a:pathLst>
              <a:path w="428625" h="952500">
                <a:moveTo>
                  <a:pt x="428625" y="0"/>
                </a:moveTo>
                <a:lnTo>
                  <a:pt x="428625" y="952500"/>
                </a:lnTo>
                <a:lnTo>
                  <a:pt x="0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5" name="arrow-484">
            <a:extLst xmlns:a="http://schemas.openxmlformats.org/drawingml/2006/main">
              <a:ext uri="{FF2B5EF4-FFF2-40B4-BE49-F238E27FC236}">
                <a16:creationId xmlns:a16="http://schemas.microsoft.com/office/drawing/2014/main" id="{A6A12BE4-244D-45CF-B925-FFB69E3C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340320"/>
            <a:ext cx="85768" cy="82861"/>
          </a:xfrm>
          <a:custGeom xmlns:a="http://schemas.openxmlformats.org/drawingml/2006/main">
            <a:pathLst>
              <a:path w="85768" h="82861">
                <a:moveTo>
                  <a:pt x="0" y="41430"/>
                </a:moveTo>
                <a:lnTo>
                  <a:pt x="85768" y="0"/>
                </a:lnTo>
                <a:lnTo>
                  <a:pt x="85768" y="82861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6" name="shape-485">
            <a:extLst xmlns:a="http://schemas.openxmlformats.org/drawingml/2006/main">
              <a:ext uri="{FF2B5EF4-FFF2-40B4-BE49-F238E27FC236}">
                <a16:creationId xmlns:a16="http://schemas.microsoft.com/office/drawing/2014/main" id="{A51A88B2-B6BD-44F4-8A6E-8158A102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438775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7" name="flow-486">
            <a:extLst xmlns:a="http://schemas.openxmlformats.org/drawingml/2006/main">
              <a:ext uri="{FF2B5EF4-FFF2-40B4-BE49-F238E27FC236}">
                <a16:creationId xmlns:a16="http://schemas.microsoft.com/office/drawing/2014/main" id="{66FAE945-C41F-47EA-83F0-E137F23B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29000"/>
            <a:ext cx="2571750" cy="2952750"/>
          </a:xfrm>
          <a:custGeom xmlns:a="http://schemas.openxmlformats.org/drawingml/2006/main">
            <a:pathLst>
              <a:path w="2571750" h="2952750">
                <a:moveTo>
                  <a:pt x="2571750" y="2952750"/>
                </a:moveTo>
                <a:lnTo>
                  <a:pt x="1428750" y="2952750"/>
                </a:lnTo>
                <a:lnTo>
                  <a:pt x="1428750" y="476250"/>
                </a:lnTo>
                <a:lnTo>
                  <a:pt x="0" y="4762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8" name="arrow-486">
            <a:extLst xmlns:a="http://schemas.openxmlformats.org/drawingml/2006/main">
              <a:ext uri="{FF2B5EF4-FFF2-40B4-BE49-F238E27FC236}">
                <a16:creationId xmlns:a16="http://schemas.microsoft.com/office/drawing/2014/main" id="{50519610-1C69-4644-8444-DA8A13B2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4320" y="3429000"/>
            <a:ext cx="82861" cy="85768"/>
          </a:xfrm>
          <a:custGeom xmlns:a="http://schemas.openxmlformats.org/drawingml/2006/main">
            <a:pathLst>
              <a:path w="82861" h="85768">
                <a:moveTo>
                  <a:pt x="41430" y="0"/>
                </a:moveTo>
                <a:lnTo>
                  <a:pt x="82861" y="85768"/>
                </a:lnTo>
                <a:lnTo>
                  <a:pt x="0" y="85768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9" name="inicio">
            <a:extLst xmlns:a="http://schemas.openxmlformats.org/drawingml/2006/main">
              <a:ext uri="{FF2B5EF4-FFF2-40B4-BE49-F238E27FC236}">
                <a16:creationId xmlns:a16="http://schemas.microsoft.com/office/drawing/2014/main" id="{09E1EDCF-D5E0-4793-B5BD-92C80235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0" name="shape-487">
            <a:extLst xmlns:a="http://schemas.openxmlformats.org/drawingml/2006/main">
              <a:ext uri="{FF2B5EF4-FFF2-40B4-BE49-F238E27FC236}">
                <a16:creationId xmlns:a16="http://schemas.microsoft.com/office/drawing/2014/main" id="{34B544F0-84A3-484F-BFC6-94C9F809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76600"/>
            <a:ext cx="1009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Inicio</a:t>
            </a:r>
          </a:p>
        </p:txBody>
      </p:sp>
      <p:sp>
        <p:nvSpPr>
          <p:cNvPr id="31" name="editar">
            <a:extLst xmlns:a="http://schemas.openxmlformats.org/drawingml/2006/main">
              <a:ext uri="{FF2B5EF4-FFF2-40B4-BE49-F238E27FC236}">
                <a16:creationId xmlns:a16="http://schemas.microsoft.com/office/drawing/2014/main" id="{5A08E6B7-C151-4309-880A-C3DC092B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67000"/>
            <a:ext cx="2000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32" name="shape-488">
            <a:extLst xmlns:a="http://schemas.openxmlformats.org/drawingml/2006/main">
              <a:ext uri="{FF2B5EF4-FFF2-40B4-BE49-F238E27FC236}">
                <a16:creationId xmlns:a16="http://schemas.microsoft.com/office/drawing/2014/main" id="{CE41C061-3145-4155-A162-ABDCD0A1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743200"/>
            <a:ext cx="66675" cy="666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33" name="flow-489">
            <a:extLst xmlns:a="http://schemas.openxmlformats.org/drawingml/2006/main">
              <a:ext uri="{FF2B5EF4-FFF2-40B4-BE49-F238E27FC236}">
                <a16:creationId xmlns:a16="http://schemas.microsoft.com/office/drawing/2014/main" id="{F2BD8252-01D4-457D-B5D7-3044431E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313" y="2809875"/>
            <a:ext cx="9525" cy="95250"/>
          </a:xfrm>
          <a:custGeom xmlns:a="http://schemas.openxmlformats.org/drawingml/2006/main"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34" name="flow-490">
            <a:extLst xmlns:a="http://schemas.openxmlformats.org/drawingml/2006/main">
              <a:ext uri="{FF2B5EF4-FFF2-40B4-BE49-F238E27FC236}">
                <a16:creationId xmlns:a16="http://schemas.microsoft.com/office/drawing/2014/main" id="{4ECE5061-0C49-49FD-B013-17372768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57500"/>
            <a:ext cx="123825" cy="9525"/>
          </a:xfrm>
          <a:custGeom xmlns:a="http://schemas.openxmlformats.org/drawingml/2006/main">
            <a:pathLst>
              <a:path w="123825" h="952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35" name="flow-491">
            <a:extLst xmlns:a="http://schemas.openxmlformats.org/drawingml/2006/main">
              <a:ext uri="{FF2B5EF4-FFF2-40B4-BE49-F238E27FC236}">
                <a16:creationId xmlns:a16="http://schemas.microsoft.com/office/drawing/2014/main" id="{B52562E8-6026-4D52-A1D7-8913D3F5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905125"/>
            <a:ext cx="52388" cy="47625"/>
          </a:xfrm>
          <a:custGeom xmlns:a="http://schemas.openxmlformats.org/drawingml/2006/main">
            <a:pathLst>
              <a:path w="52388" h="47625">
                <a:moveTo>
                  <a:pt x="52388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36" name="flow-492">
            <a:extLst xmlns:a="http://schemas.openxmlformats.org/drawingml/2006/main">
              <a:ext uri="{FF2B5EF4-FFF2-40B4-BE49-F238E27FC236}">
                <a16:creationId xmlns:a16="http://schemas.microsoft.com/office/drawing/2014/main" id="{B013F875-B1FB-4959-BAEB-1ED89CBA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313" y="2905125"/>
            <a:ext cx="52388" cy="47625"/>
          </a:xfrm>
          <a:custGeom xmlns:a="http://schemas.openxmlformats.org/drawingml/2006/main">
            <a:pathLst>
              <a:path w="52388" h="47625">
                <a:moveTo>
                  <a:pt x="0" y="0"/>
                </a:moveTo>
                <a:lnTo>
                  <a:pt x="52388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37" name="shape-493">
            <a:extLst xmlns:a="http://schemas.openxmlformats.org/drawingml/2006/main">
              <a:ext uri="{FF2B5EF4-FFF2-40B4-BE49-F238E27FC236}">
                <a16:creationId xmlns:a16="http://schemas.microsoft.com/office/drawing/2014/main" id="{FC19E132-7681-4623-926F-DC85A6F3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914650"/>
            <a:ext cx="1847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Registrar, editar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o desactivar producto</a:t>
            </a:r>
          </a:p>
        </p:txBody>
      </p:sp>
      <p:sp>
        <p:nvSpPr>
          <p:cNvPr id="38" name="validar">
            <a:extLst xmlns:a="http://schemas.openxmlformats.org/drawingml/2006/main">
              <a:ext uri="{FF2B5EF4-FFF2-40B4-BE49-F238E27FC236}">
                <a16:creationId xmlns:a16="http://schemas.microsoft.com/office/drawing/2014/main" id="{98439F34-9B81-4172-958C-48485A5D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10125"/>
            <a:ext cx="2000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39" name="flow-494">
            <a:extLst xmlns:a="http://schemas.openxmlformats.org/drawingml/2006/main">
              <a:ext uri="{FF2B5EF4-FFF2-40B4-BE49-F238E27FC236}">
                <a16:creationId xmlns:a16="http://schemas.microsoft.com/office/drawing/2014/main" id="{CA3F4685-C99C-4917-9502-C1363B15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8863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188670" y="113832"/>
                </a:lnTo>
                <a:lnTo>
                  <a:pt x="156850" y="120765"/>
                </a:lnTo>
                <a:lnTo>
                  <a:pt x="150688" y="132293"/>
                </a:lnTo>
                <a:lnTo>
                  <a:pt x="162602" y="162602"/>
                </a:lnTo>
                <a:lnTo>
                  <a:pt x="148168" y="174447"/>
                </a:lnTo>
                <a:lnTo>
                  <a:pt x="120765" y="156850"/>
                </a:lnTo>
                <a:lnTo>
                  <a:pt x="108258" y="160644"/>
                </a:lnTo>
                <a:lnTo>
                  <a:pt x="95250" y="190500"/>
                </a:lnTo>
                <a:lnTo>
                  <a:pt x="76668" y="188670"/>
                </a:lnTo>
                <a:lnTo>
                  <a:pt x="69735" y="156850"/>
                </a:lnTo>
                <a:lnTo>
                  <a:pt x="58207" y="150688"/>
                </a:lnTo>
                <a:lnTo>
                  <a:pt x="27898" y="162602"/>
                </a:lnTo>
                <a:lnTo>
                  <a:pt x="16053" y="148168"/>
                </a:lnTo>
                <a:lnTo>
                  <a:pt x="33650" y="120765"/>
                </a:lnTo>
                <a:lnTo>
                  <a:pt x="29856" y="108258"/>
                </a:lnTo>
                <a:lnTo>
                  <a:pt x="0" y="95250"/>
                </a:lnTo>
                <a:lnTo>
                  <a:pt x="1830" y="76668"/>
                </a:lnTo>
                <a:lnTo>
                  <a:pt x="33650" y="69735"/>
                </a:lnTo>
                <a:lnTo>
                  <a:pt x="39812" y="58207"/>
                </a:lnTo>
                <a:lnTo>
                  <a:pt x="27898" y="27898"/>
                </a:lnTo>
                <a:lnTo>
                  <a:pt x="42332" y="16053"/>
                </a:lnTo>
                <a:lnTo>
                  <a:pt x="69735" y="33650"/>
                </a:lnTo>
                <a:lnTo>
                  <a:pt x="82242" y="29856"/>
                </a:lnTo>
                <a:lnTo>
                  <a:pt x="95250" y="0"/>
                </a:lnTo>
                <a:lnTo>
                  <a:pt x="113832" y="1830"/>
                </a:lnTo>
                <a:lnTo>
                  <a:pt x="120765" y="33650"/>
                </a:lnTo>
                <a:lnTo>
                  <a:pt x="132293" y="39812"/>
                </a:lnTo>
                <a:lnTo>
                  <a:pt x="162602" y="27898"/>
                </a:lnTo>
                <a:lnTo>
                  <a:pt x="174447" y="42332"/>
                </a:lnTo>
                <a:lnTo>
                  <a:pt x="156850" y="69735"/>
                </a:lnTo>
                <a:lnTo>
                  <a:pt x="160644" y="82242"/>
                </a:lnTo>
                <a:lnTo>
                  <a:pt x="19050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40" name="shape-495">
            <a:extLst xmlns:a="http://schemas.openxmlformats.org/drawingml/2006/main">
              <a:ext uri="{FF2B5EF4-FFF2-40B4-BE49-F238E27FC236}">
                <a16:creationId xmlns:a16="http://schemas.microsoft.com/office/drawing/2014/main" id="{3D6BC9CF-B563-4AB1-92B3-4516E6C1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6495" y="4951095"/>
            <a:ext cx="60960" cy="609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41" name="shape-496">
            <a:extLst xmlns:a="http://schemas.openxmlformats.org/drawingml/2006/main">
              <a:ext uri="{FF2B5EF4-FFF2-40B4-BE49-F238E27FC236}">
                <a16:creationId xmlns:a16="http://schemas.microsoft.com/office/drawing/2014/main" id="{A372F7FF-3DC9-4DBA-AF09-E45646A5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57775"/>
            <a:ext cx="1847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Validar campos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y valores no negativos</a:t>
            </a:r>
          </a:p>
        </p:txBody>
      </p:sp>
      <p:sp>
        <p:nvSpPr>
          <p:cNvPr id="42" name="valido">
            <a:extLst xmlns:a="http://schemas.openxmlformats.org/drawingml/2006/main">
              <a:ext uri="{FF2B5EF4-FFF2-40B4-BE49-F238E27FC236}">
                <a16:creationId xmlns:a16="http://schemas.microsoft.com/office/drawing/2014/main" id="{F05EB7A3-70A1-402A-9C1E-F8D8FAF4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0"/>
            <a:ext cx="476250" cy="476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43" name="shape-497">
            <a:extLst xmlns:a="http://schemas.openxmlformats.org/drawingml/2006/main">
              <a:ext uri="{FF2B5EF4-FFF2-40B4-BE49-F238E27FC236}">
                <a16:creationId xmlns:a16="http://schemas.microsoft.com/office/drawing/2014/main" id="{A1123439-7C96-45CD-B839-1A55037F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01015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44" name="shape-498">
            <a:extLst xmlns:a="http://schemas.openxmlformats.org/drawingml/2006/main">
              <a:ext uri="{FF2B5EF4-FFF2-40B4-BE49-F238E27FC236}">
                <a16:creationId xmlns:a16="http://schemas.microsoft.com/office/drawing/2014/main" id="{3D4AA97C-760D-423B-A133-2E0811BE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1010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¿Datos válidos?</a:t>
            </a:r>
          </a:p>
        </p:txBody>
      </p:sp>
      <p:sp>
        <p:nvSpPr>
          <p:cNvPr id="45" name="guardar">
            <a:extLst xmlns:a="http://schemas.openxmlformats.org/drawingml/2006/main">
              <a:ext uri="{FF2B5EF4-FFF2-40B4-BE49-F238E27FC236}">
                <a16:creationId xmlns:a16="http://schemas.microsoft.com/office/drawing/2014/main" id="{085B91E3-E35F-450F-AA75-36743323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810125"/>
            <a:ext cx="2000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46" name="flow-499">
            <a:extLst xmlns:a="http://schemas.openxmlformats.org/drawingml/2006/main">
              <a:ext uri="{FF2B5EF4-FFF2-40B4-BE49-F238E27FC236}">
                <a16:creationId xmlns:a16="http://schemas.microsoft.com/office/drawing/2014/main" id="{D1A90B24-0ADA-4EEC-B674-0F2F0BA8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8863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188670" y="113832"/>
                </a:lnTo>
                <a:lnTo>
                  <a:pt x="156850" y="120765"/>
                </a:lnTo>
                <a:lnTo>
                  <a:pt x="150688" y="132293"/>
                </a:lnTo>
                <a:lnTo>
                  <a:pt x="162602" y="162602"/>
                </a:lnTo>
                <a:lnTo>
                  <a:pt x="148168" y="174447"/>
                </a:lnTo>
                <a:lnTo>
                  <a:pt x="120765" y="156850"/>
                </a:lnTo>
                <a:lnTo>
                  <a:pt x="108258" y="160644"/>
                </a:lnTo>
                <a:lnTo>
                  <a:pt x="95250" y="190500"/>
                </a:lnTo>
                <a:lnTo>
                  <a:pt x="76668" y="188670"/>
                </a:lnTo>
                <a:lnTo>
                  <a:pt x="69735" y="156850"/>
                </a:lnTo>
                <a:lnTo>
                  <a:pt x="58207" y="150688"/>
                </a:lnTo>
                <a:lnTo>
                  <a:pt x="27898" y="162602"/>
                </a:lnTo>
                <a:lnTo>
                  <a:pt x="16053" y="148168"/>
                </a:lnTo>
                <a:lnTo>
                  <a:pt x="33650" y="120765"/>
                </a:lnTo>
                <a:lnTo>
                  <a:pt x="29856" y="108258"/>
                </a:lnTo>
                <a:lnTo>
                  <a:pt x="0" y="95250"/>
                </a:lnTo>
                <a:lnTo>
                  <a:pt x="1830" y="76668"/>
                </a:lnTo>
                <a:lnTo>
                  <a:pt x="33650" y="69735"/>
                </a:lnTo>
                <a:lnTo>
                  <a:pt x="39812" y="58207"/>
                </a:lnTo>
                <a:lnTo>
                  <a:pt x="27898" y="27898"/>
                </a:lnTo>
                <a:lnTo>
                  <a:pt x="42332" y="16053"/>
                </a:lnTo>
                <a:lnTo>
                  <a:pt x="69735" y="33650"/>
                </a:lnTo>
                <a:lnTo>
                  <a:pt x="82242" y="29856"/>
                </a:lnTo>
                <a:lnTo>
                  <a:pt x="95250" y="0"/>
                </a:lnTo>
                <a:lnTo>
                  <a:pt x="113832" y="1830"/>
                </a:lnTo>
                <a:lnTo>
                  <a:pt x="120765" y="33650"/>
                </a:lnTo>
                <a:lnTo>
                  <a:pt x="132293" y="39812"/>
                </a:lnTo>
                <a:lnTo>
                  <a:pt x="162602" y="27898"/>
                </a:lnTo>
                <a:lnTo>
                  <a:pt x="174447" y="42332"/>
                </a:lnTo>
                <a:lnTo>
                  <a:pt x="156850" y="69735"/>
                </a:lnTo>
                <a:lnTo>
                  <a:pt x="160644" y="82242"/>
                </a:lnTo>
                <a:lnTo>
                  <a:pt x="19050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47" name="shape-500">
            <a:extLst xmlns:a="http://schemas.openxmlformats.org/drawingml/2006/main">
              <a:ext uri="{FF2B5EF4-FFF2-40B4-BE49-F238E27FC236}">
                <a16:creationId xmlns:a16="http://schemas.microsoft.com/office/drawing/2014/main" id="{4860E42D-9797-4234-A9CE-4DA851C5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870" y="4951095"/>
            <a:ext cx="60960" cy="609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48" name="shape-501">
            <a:extLst xmlns:a="http://schemas.openxmlformats.org/drawingml/2006/main">
              <a:ext uri="{FF2B5EF4-FFF2-40B4-BE49-F238E27FC236}">
                <a16:creationId xmlns:a16="http://schemas.microsoft.com/office/drawing/2014/main" id="{A27D4053-4B97-4772-A2BE-B53D53E7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5057775"/>
            <a:ext cx="1847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Guardar cambios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y actualizar catálogo</a:t>
            </a:r>
          </a:p>
        </p:txBody>
      </p:sp>
      <p:sp>
        <p:nvSpPr>
          <p:cNvPr id="49" name="fin">
            <a:extLst xmlns:a="http://schemas.openxmlformats.org/drawingml/2006/main">
              <a:ext uri="{FF2B5EF4-FFF2-40B4-BE49-F238E27FC236}">
                <a16:creationId xmlns:a16="http://schemas.microsoft.com/office/drawing/2014/main" id="{B15CADCB-C712-4814-9733-98D7A813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0196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4382B"/>
            </a:solidFill>
            <a:prstDash val="solid"/>
          </a:ln>
        </p:spPr>
      </p:sp>
      <p:sp>
        <p:nvSpPr>
          <p:cNvPr id="50" name="shape-502">
            <a:extLst xmlns:a="http://schemas.openxmlformats.org/drawingml/2006/main">
              <a:ext uri="{FF2B5EF4-FFF2-40B4-BE49-F238E27FC236}">
                <a16:creationId xmlns:a16="http://schemas.microsoft.com/office/drawing/2014/main" id="{D499D853-3547-4EAB-89A2-EC4E673A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5438775"/>
            <a:ext cx="1009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Catálogo actualizado</a:t>
            </a:r>
          </a:p>
        </p:txBody>
      </p:sp>
      <p:sp>
        <p:nvSpPr>
          <p:cNvPr id="51" name="error">
            <a:extLst xmlns:a="http://schemas.openxmlformats.org/drawingml/2006/main">
              <a:ext uri="{FF2B5EF4-FFF2-40B4-BE49-F238E27FC236}">
                <a16:creationId xmlns:a16="http://schemas.microsoft.com/office/drawing/2014/main" id="{0C0B9185-7631-4201-8192-EA2FEA61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048375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52" name="flow-503">
            <a:extLst xmlns:a="http://schemas.openxmlformats.org/drawingml/2006/main">
              <a:ext uri="{FF2B5EF4-FFF2-40B4-BE49-F238E27FC236}">
                <a16:creationId xmlns:a16="http://schemas.microsoft.com/office/drawing/2014/main" id="{FAB68797-16F0-401D-90D4-94882395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612457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188670" y="113832"/>
                </a:lnTo>
                <a:lnTo>
                  <a:pt x="156850" y="120765"/>
                </a:lnTo>
                <a:lnTo>
                  <a:pt x="150688" y="132293"/>
                </a:lnTo>
                <a:lnTo>
                  <a:pt x="162602" y="162602"/>
                </a:lnTo>
                <a:lnTo>
                  <a:pt x="148168" y="174447"/>
                </a:lnTo>
                <a:lnTo>
                  <a:pt x="120765" y="156850"/>
                </a:lnTo>
                <a:lnTo>
                  <a:pt x="108258" y="160644"/>
                </a:lnTo>
                <a:lnTo>
                  <a:pt x="95250" y="190500"/>
                </a:lnTo>
                <a:lnTo>
                  <a:pt x="76668" y="188670"/>
                </a:lnTo>
                <a:lnTo>
                  <a:pt x="69735" y="156850"/>
                </a:lnTo>
                <a:lnTo>
                  <a:pt x="58207" y="150688"/>
                </a:lnTo>
                <a:lnTo>
                  <a:pt x="27898" y="162602"/>
                </a:lnTo>
                <a:lnTo>
                  <a:pt x="16053" y="148168"/>
                </a:lnTo>
                <a:lnTo>
                  <a:pt x="33650" y="120765"/>
                </a:lnTo>
                <a:lnTo>
                  <a:pt x="29856" y="108258"/>
                </a:lnTo>
                <a:lnTo>
                  <a:pt x="0" y="95250"/>
                </a:lnTo>
                <a:lnTo>
                  <a:pt x="1830" y="76668"/>
                </a:lnTo>
                <a:lnTo>
                  <a:pt x="33650" y="69735"/>
                </a:lnTo>
                <a:lnTo>
                  <a:pt x="39812" y="58207"/>
                </a:lnTo>
                <a:lnTo>
                  <a:pt x="27898" y="27898"/>
                </a:lnTo>
                <a:lnTo>
                  <a:pt x="42332" y="16053"/>
                </a:lnTo>
                <a:lnTo>
                  <a:pt x="69735" y="33650"/>
                </a:lnTo>
                <a:lnTo>
                  <a:pt x="82242" y="29856"/>
                </a:lnTo>
                <a:lnTo>
                  <a:pt x="95250" y="0"/>
                </a:lnTo>
                <a:lnTo>
                  <a:pt x="113832" y="1830"/>
                </a:lnTo>
                <a:lnTo>
                  <a:pt x="120765" y="33650"/>
                </a:lnTo>
                <a:lnTo>
                  <a:pt x="132293" y="39812"/>
                </a:lnTo>
                <a:lnTo>
                  <a:pt x="162602" y="27898"/>
                </a:lnTo>
                <a:lnTo>
                  <a:pt x="174447" y="42332"/>
                </a:lnTo>
                <a:lnTo>
                  <a:pt x="156850" y="69735"/>
                </a:lnTo>
                <a:lnTo>
                  <a:pt x="160644" y="82242"/>
                </a:lnTo>
                <a:lnTo>
                  <a:pt x="19050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53" name="shape-504">
            <a:extLst xmlns:a="http://schemas.openxmlformats.org/drawingml/2006/main">
              <a:ext uri="{FF2B5EF4-FFF2-40B4-BE49-F238E27FC236}">
                <a16:creationId xmlns:a16="http://schemas.microsoft.com/office/drawing/2014/main" id="{782A3865-55A9-4285-A87B-798B28D7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995" y="6189345"/>
            <a:ext cx="60960" cy="609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54" name="shape-505">
            <a:extLst xmlns:a="http://schemas.openxmlformats.org/drawingml/2006/main">
              <a:ext uri="{FF2B5EF4-FFF2-40B4-BE49-F238E27FC236}">
                <a16:creationId xmlns:a16="http://schemas.microsoft.com/office/drawing/2014/main" id="{9D18EB85-3A51-4B23-96DA-105831B1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296025"/>
            <a:ext cx="1847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Mostrar errores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de validación</a:t>
            </a:r>
          </a:p>
        </p:txBody>
      </p:sp>
      <p:sp>
        <p:nvSpPr>
          <p:cNvPr id="55" name="shape-506">
            <a:extLst xmlns:a="http://schemas.openxmlformats.org/drawingml/2006/main">
              <a:ext uri="{FF2B5EF4-FFF2-40B4-BE49-F238E27FC236}">
                <a16:creationId xmlns:a16="http://schemas.microsoft.com/office/drawing/2014/main" id="{D371E3AE-E20C-4E65-B167-0240B65A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5807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Inicio / fin     Tarea manual o de usuario     Tarea de servicio     X Decisión exclusiva</a:t>
            </a:r>
          </a:p>
        </p:txBody>
      </p:sp>
      <p:sp>
        <p:nvSpPr>
          <p:cNvPr id="56" name="shape-507">
            <a:extLst xmlns:a="http://schemas.openxmlformats.org/drawingml/2006/main">
              <a:ext uri="{FF2B5EF4-FFF2-40B4-BE49-F238E27FC236}">
                <a16:creationId xmlns:a16="http://schemas.microsoft.com/office/drawing/2014/main" id="{78313948-771A-4F19-988F-0716151E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78192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Flujo continuo dentro del participante. Mensajes discontinuos entre participantes. Modelo de diseño.</a:t>
            </a:r>
          </a:p>
        </p:txBody>
      </p:sp>
      <p:sp>
        <p:nvSpPr>
          <p:cNvPr id="57" name="shape-508">
            <a:extLst xmlns:a="http://schemas.openxmlformats.org/drawingml/2006/main">
              <a:ext uri="{FF2B5EF4-FFF2-40B4-BE49-F238E27FC236}">
                <a16:creationId xmlns:a16="http://schemas.microsoft.com/office/drawing/2014/main" id="{B7248325-FB93-42DC-BABB-D08A5FF6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1390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Precondición: administrador autenticado. Validación antes de guardar los cambios.</a:t>
            </a:r>
          </a:p>
        </p:txBody>
      </p:sp>
    </p:spTree>
    <p:extLst>
      <p:ext uri="{BB962C8B-B14F-4D97-AF65-F5344CB8AC3E}">
        <p14:creationId xmlns:p14="http://schemas.microsoft.com/office/powerpoint/2010/main" val="14993703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shape-509">
            <a:extLst xmlns:a="http://schemas.openxmlformats.org/drawingml/2006/main">
              <a:ext uri="{FF2B5EF4-FFF2-40B4-BE49-F238E27FC236}">
                <a16:creationId xmlns:a16="http://schemas.microsoft.com/office/drawing/2014/main" id="{E5B9211F-01AD-497C-AF1A-7796D148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CAPÍTULO 3  /  BPMN 2.0</a:t>
            </a:r>
          </a:p>
        </p:txBody>
      </p:sp>
      <p:sp>
        <p:nvSpPr>
          <p:cNvPr id="2" name="shape-510">
            <a:extLst xmlns:a="http://schemas.openxmlformats.org/drawingml/2006/main">
              <a:ext uri="{FF2B5EF4-FFF2-40B4-BE49-F238E27FC236}">
                <a16:creationId xmlns:a16="http://schemas.microsoft.com/office/drawing/2014/main" id="{8BF3F591-9141-474B-81E0-23290528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14E35"/>
                </a:solidFill>
                <a:latin typeface="Georgia"/>
                <a:ea typeface="Georgia"/>
                <a:cs typeface="Georgia"/>
              </a:rPr>
              <a:t>Gestión de pedidos AS-IS</a:t>
            </a:r>
          </a:p>
        </p:txBody>
      </p:sp>
      <p:sp>
        <p:nvSpPr>
          <p:cNvPr id="3" name="shape-511">
            <a:extLst xmlns:a="http://schemas.openxmlformats.org/drawingml/2006/main">
              <a:ext uri="{FF2B5EF4-FFF2-40B4-BE49-F238E27FC236}">
                <a16:creationId xmlns:a16="http://schemas.microsoft.com/office/drawing/2014/main" id="{83782DAD-D7FF-497D-869F-03D41CAF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5340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Alma Floral  ·  Herramientas de Desarrollo</a:t>
            </a:r>
          </a:p>
        </p:txBody>
      </p:sp>
      <p:sp>
        <p:nvSpPr>
          <p:cNvPr id="4" name="shape-512">
            <a:extLst xmlns:a="http://schemas.openxmlformats.org/drawingml/2006/main">
              <a:ext uri="{FF2B5EF4-FFF2-40B4-BE49-F238E27FC236}">
                <a16:creationId xmlns:a16="http://schemas.microsoft.com/office/drawing/2014/main" id="{2AC1F470-DE12-4993-9A58-744C1CDC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153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shape-513">
            <a:extLst xmlns:a="http://schemas.openxmlformats.org/drawingml/2006/main">
              <a:ext uri="{FF2B5EF4-FFF2-40B4-BE49-F238E27FC236}">
                <a16:creationId xmlns:a16="http://schemas.microsoft.com/office/drawing/2014/main" id="{E4D665F1-D5A3-4B10-B78C-C167F401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81250"/>
            <a:ext cx="143827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CA294"/>
            </a:solidFill>
            <a:prstDash val="solid"/>
          </a:ln>
        </p:spPr>
      </p:sp>
      <p:sp>
        <p:nvSpPr>
          <p:cNvPr id="6" name="shape-514">
            <a:extLst xmlns:a="http://schemas.openxmlformats.org/drawingml/2006/main">
              <a:ext uri="{FF2B5EF4-FFF2-40B4-BE49-F238E27FC236}">
                <a16:creationId xmlns:a16="http://schemas.microsoft.com/office/drawing/2014/main" id="{8784B969-27DD-4EF5-BD88-10FB6E11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526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ALMA FLORAL</a:t>
            </a:r>
          </a:p>
        </p:txBody>
      </p:sp>
      <p:sp>
        <p:nvSpPr>
          <p:cNvPr id="7" name="shape-515">
            <a:extLst xmlns:a="http://schemas.openxmlformats.org/drawingml/2006/main">
              <a:ext uri="{FF2B5EF4-FFF2-40B4-BE49-F238E27FC236}">
                <a16:creationId xmlns:a16="http://schemas.microsoft.com/office/drawing/2014/main" id="{CF903234-7262-4CA9-9371-5718A290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40493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8" name="shape-516">
            <a:extLst xmlns:a="http://schemas.openxmlformats.org/drawingml/2006/main">
              <a:ext uri="{FF2B5EF4-FFF2-40B4-BE49-F238E27FC236}">
                <a16:creationId xmlns:a16="http://schemas.microsoft.com/office/drawing/2014/main" id="{16FBB456-003D-4AFE-B93B-159E0BC5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953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0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9" name="shape-517">
            <a:extLst xmlns:a="http://schemas.openxmlformats.org/drawingml/2006/main">
              <a:ext uri="{FF2B5EF4-FFF2-40B4-BE49-F238E27FC236}">
                <a16:creationId xmlns:a16="http://schemas.microsoft.com/office/drawing/2014/main" id="{18854A23-BEAB-416A-9E14-96953B8C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8000"/>
            <a:ext cx="1000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Admin.</a:t>
            </a:r>
          </a:p>
        </p:txBody>
      </p:sp>
      <p:sp>
        <p:nvSpPr>
          <p:cNvPr id="10" name="shape-518">
            <a:extLst xmlns:a="http://schemas.openxmlformats.org/drawingml/2006/main">
              <a:ext uri="{FF2B5EF4-FFF2-40B4-BE49-F238E27FC236}">
                <a16:creationId xmlns:a16="http://schemas.microsoft.com/office/drawing/2014/main" id="{C872BFD6-CAFB-4F69-8DB4-C81DA222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4049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11" name="shape-519">
            <a:extLst xmlns:a="http://schemas.openxmlformats.org/drawingml/2006/main">
              <a:ext uri="{FF2B5EF4-FFF2-40B4-BE49-F238E27FC236}">
                <a16:creationId xmlns:a16="http://schemas.microsoft.com/office/drawing/2014/main" id="{BD88EBB4-73B0-40F1-B945-34B446E5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095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0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12" name="shape-520">
            <a:extLst xmlns:a="http://schemas.openxmlformats.org/drawingml/2006/main">
              <a:ext uri="{FF2B5EF4-FFF2-40B4-BE49-F238E27FC236}">
                <a16:creationId xmlns:a16="http://schemas.microsoft.com/office/drawing/2014/main" id="{38A369EC-88F0-4E89-92E2-759B39D3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67250"/>
            <a:ext cx="1000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Atención</a:t>
            </a:r>
          </a:p>
          <a:p xmlns:a="http://schemas.openxmlformats.org/drawingml/2006/main">
            <a: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comercial</a:t>
            </a:r>
          </a:p>
        </p:txBody>
      </p:sp>
      <p:sp>
        <p:nvSpPr>
          <p:cNvPr id="13" name="shape-521">
            <a:extLst xmlns:a="http://schemas.openxmlformats.org/drawingml/2006/main">
              <a:ext uri="{FF2B5EF4-FFF2-40B4-BE49-F238E27FC236}">
                <a16:creationId xmlns:a16="http://schemas.microsoft.com/office/drawing/2014/main" id="{D90516D5-DDD6-4689-950F-5EE6AC98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4049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14" name="shape-522">
            <a:extLst xmlns:a="http://schemas.openxmlformats.org/drawingml/2006/main">
              <a:ext uri="{FF2B5EF4-FFF2-40B4-BE49-F238E27FC236}">
                <a16:creationId xmlns:a16="http://schemas.microsoft.com/office/drawing/2014/main" id="{7FDB71CA-9093-4673-B391-226AC9AE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95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0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15" name="shape-523">
            <a:extLst xmlns:a="http://schemas.openxmlformats.org/drawingml/2006/main">
              <a:ext uri="{FF2B5EF4-FFF2-40B4-BE49-F238E27FC236}">
                <a16:creationId xmlns:a16="http://schemas.microsoft.com/office/drawing/2014/main" id="{31DCBD2B-8A1E-4610-A6BA-94CE9FB7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96000"/>
            <a:ext cx="1000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Producción</a:t>
            </a:r>
          </a:p>
          <a:p xmlns:a="http://schemas.openxmlformats.org/drawingml/2006/main">
            <a: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y entrega</a:t>
            </a:r>
          </a:p>
        </p:txBody>
      </p:sp>
      <p:sp>
        <p:nvSpPr>
          <p:cNvPr id="16" name="flow-524">
            <a:extLst xmlns:a="http://schemas.openxmlformats.org/drawingml/2006/main">
              <a:ext uri="{FF2B5EF4-FFF2-40B4-BE49-F238E27FC236}">
                <a16:creationId xmlns:a16="http://schemas.microsoft.com/office/drawing/2014/main" id="{7AAC28D5-F330-4D4E-84BD-19ED35B3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28950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17" name="arrow-524">
            <a:extLst xmlns:a="http://schemas.openxmlformats.org/drawingml/2006/main">
              <a:ext uri="{FF2B5EF4-FFF2-40B4-BE49-F238E27FC236}">
                <a16:creationId xmlns:a16="http://schemas.microsoft.com/office/drawing/2014/main" id="{EC02D317-AAF7-4A0D-930E-D40DAC01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482" y="2987520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18" name="flow-525">
            <a:extLst xmlns:a="http://schemas.openxmlformats.org/drawingml/2006/main">
              <a:ext uri="{FF2B5EF4-FFF2-40B4-BE49-F238E27FC236}">
                <a16:creationId xmlns:a16="http://schemas.microsoft.com/office/drawing/2014/main" id="{E0C2B5AA-ECC4-494F-8982-191F0217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28950"/>
            <a:ext cx="762000" cy="19050"/>
          </a:xfrm>
          <a:custGeom xmlns:a="http://schemas.openxmlformats.org/drawingml/2006/main">
            <a:pathLst>
              <a:path w="762000" h="19050">
                <a:moveTo>
                  <a:pt x="0" y="0"/>
                </a:moveTo>
                <a:lnTo>
                  <a:pt x="76200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19" name="arrow-525">
            <a:extLst xmlns:a="http://schemas.openxmlformats.org/drawingml/2006/main">
              <a:ext uri="{FF2B5EF4-FFF2-40B4-BE49-F238E27FC236}">
                <a16:creationId xmlns:a16="http://schemas.microsoft.com/office/drawing/2014/main" id="{3FD7DEDE-D73A-45AD-BA56-32F1924D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724" y="3004439"/>
            <a:ext cx="86776" cy="82835"/>
          </a:xfrm>
          <a:custGeom xmlns:a="http://schemas.openxmlformats.org/drawingml/2006/main">
            <a:pathLst>
              <a:path w="86776" h="82835">
                <a:moveTo>
                  <a:pt x="86776" y="43561"/>
                </a:moveTo>
                <a:lnTo>
                  <a:pt x="0" y="82835"/>
                </a:lnTo>
                <a:lnTo>
                  <a:pt x="2071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0" name="flow-526">
            <a:extLst xmlns:a="http://schemas.openxmlformats.org/drawingml/2006/main">
              <a:ext uri="{FF2B5EF4-FFF2-40B4-BE49-F238E27FC236}">
                <a16:creationId xmlns:a16="http://schemas.microsoft.com/office/drawing/2014/main" id="{C830BAD3-41A1-4820-9391-362EF96B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28950"/>
            <a:ext cx="571500" cy="19050"/>
          </a:xfrm>
          <a:custGeom xmlns:a="http://schemas.openxmlformats.org/drawingml/2006/main">
            <a:pathLst>
              <a:path w="571500" h="19050">
                <a:moveTo>
                  <a:pt x="0" y="1905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1" name="arrow-526">
            <a:extLst xmlns:a="http://schemas.openxmlformats.org/drawingml/2006/main">
              <a:ext uri="{FF2B5EF4-FFF2-40B4-BE49-F238E27FC236}">
                <a16:creationId xmlns:a16="http://schemas.microsoft.com/office/drawing/2014/main" id="{77BDE61A-7219-4597-A07A-3C076B5C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4150" y="2990400"/>
            <a:ext cx="87100" cy="82815"/>
          </a:xfrm>
          <a:custGeom xmlns:a="http://schemas.openxmlformats.org/drawingml/2006/main">
            <a:pathLst>
              <a:path w="87100" h="82815">
                <a:moveTo>
                  <a:pt x="87100" y="38550"/>
                </a:moveTo>
                <a:lnTo>
                  <a:pt x="2760" y="8281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2" name="shape-527">
            <a:extLst xmlns:a="http://schemas.openxmlformats.org/drawingml/2006/main">
              <a:ext uri="{FF2B5EF4-FFF2-40B4-BE49-F238E27FC236}">
                <a16:creationId xmlns:a16="http://schemas.microsoft.com/office/drawing/2014/main" id="{0ACE0D64-8E63-4925-9724-FCF4C3C1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717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Sí</a:t>
            </a:r>
          </a:p>
        </p:txBody>
      </p:sp>
      <p:sp>
        <p:nvSpPr>
          <p:cNvPr id="23" name="flow-528">
            <a:extLst xmlns:a="http://schemas.openxmlformats.org/drawingml/2006/main">
              <a:ext uri="{FF2B5EF4-FFF2-40B4-BE49-F238E27FC236}">
                <a16:creationId xmlns:a16="http://schemas.microsoft.com/office/drawing/2014/main" id="{B6A5BBA9-6D1C-4B9B-9D6D-79455BD7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28950"/>
            <a:ext cx="666750" cy="1857375"/>
          </a:xfrm>
          <a:custGeom xmlns:a="http://schemas.openxmlformats.org/drawingml/2006/main">
            <a:pathLst>
              <a:path w="666750" h="1857375">
                <a:moveTo>
                  <a:pt x="0" y="0"/>
                </a:moveTo>
                <a:lnTo>
                  <a:pt x="285750" y="0"/>
                </a:lnTo>
                <a:lnTo>
                  <a:pt x="285750" y="1857375"/>
                </a:lnTo>
                <a:lnTo>
                  <a:pt x="666750" y="1857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4" name="arrow-528">
            <a:extLst xmlns:a="http://schemas.openxmlformats.org/drawingml/2006/main">
              <a:ext uri="{FF2B5EF4-FFF2-40B4-BE49-F238E27FC236}">
                <a16:creationId xmlns:a16="http://schemas.microsoft.com/office/drawing/2014/main" id="{055FE928-3BA4-4DC1-AB66-745876D8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482" y="4844895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5" name="flow-529">
            <a:extLst xmlns:a="http://schemas.openxmlformats.org/drawingml/2006/main">
              <a:ext uri="{FF2B5EF4-FFF2-40B4-BE49-F238E27FC236}">
                <a16:creationId xmlns:a16="http://schemas.microsoft.com/office/drawing/2014/main" id="{413D06A3-871C-4445-AB98-77E3385C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86325"/>
            <a:ext cx="762000" cy="9525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6" name="arrow-529">
            <a:extLst xmlns:a="http://schemas.openxmlformats.org/drawingml/2006/main">
              <a:ext uri="{FF2B5EF4-FFF2-40B4-BE49-F238E27FC236}">
                <a16:creationId xmlns:a16="http://schemas.microsoft.com/office/drawing/2014/main" id="{0973572B-5644-4892-BE83-0CBD3EC2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32" y="4844895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7" name="flow-530">
            <a:extLst xmlns:a="http://schemas.openxmlformats.org/drawingml/2006/main">
              <a:ext uri="{FF2B5EF4-FFF2-40B4-BE49-F238E27FC236}">
                <a16:creationId xmlns:a16="http://schemas.microsoft.com/office/drawing/2014/main" id="{C61CC51C-F7FA-494E-8579-3523A788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286125"/>
            <a:ext cx="9525" cy="219075"/>
          </a:xfrm>
          <a:custGeom xmlns:a="http://schemas.openxmlformats.org/drawingml/2006/main">
            <a:pathLst>
              <a:path w="952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8" name="arrow-530">
            <a:extLst xmlns:a="http://schemas.openxmlformats.org/drawingml/2006/main">
              <a:ext uri="{FF2B5EF4-FFF2-40B4-BE49-F238E27FC236}">
                <a16:creationId xmlns:a16="http://schemas.microsoft.com/office/drawing/2014/main" id="{4CA218EF-464B-4392-9964-B65CF4C9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195" y="3419432"/>
            <a:ext cx="82861" cy="85768"/>
          </a:xfrm>
          <a:custGeom xmlns:a="http://schemas.openxmlformats.org/drawingml/2006/main">
            <a:pathLst>
              <a:path w="82861" h="85768">
                <a:moveTo>
                  <a:pt x="41430" y="85768"/>
                </a:moveTo>
                <a:lnTo>
                  <a:pt x="0" y="0"/>
                </a:lnTo>
                <a:lnTo>
                  <a:pt x="82861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9" name="shape-531">
            <a:extLst xmlns:a="http://schemas.openxmlformats.org/drawingml/2006/main">
              <a:ext uri="{FF2B5EF4-FFF2-40B4-BE49-F238E27FC236}">
                <a16:creationId xmlns:a16="http://schemas.microsoft.com/office/drawing/2014/main" id="{28A7A460-69DB-4C3F-91EE-57A4F991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295650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30" name="flow-532">
            <a:extLst xmlns:a="http://schemas.openxmlformats.org/drawingml/2006/main">
              <a:ext uri="{FF2B5EF4-FFF2-40B4-BE49-F238E27FC236}">
                <a16:creationId xmlns:a16="http://schemas.microsoft.com/office/drawing/2014/main" id="{4FA99AEA-9ED7-4643-9282-258364EF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90950"/>
            <a:ext cx="523875" cy="2476500"/>
          </a:xfrm>
          <a:custGeom xmlns:a="http://schemas.openxmlformats.org/drawingml/2006/main">
            <a:pathLst>
              <a:path w="523875" h="2476500">
                <a:moveTo>
                  <a:pt x="0" y="0"/>
                </a:moveTo>
                <a:lnTo>
                  <a:pt x="238125" y="0"/>
                </a:lnTo>
                <a:lnTo>
                  <a:pt x="238125" y="2476500"/>
                </a:lnTo>
                <a:lnTo>
                  <a:pt x="523875" y="2476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1" name="arrow-532">
            <a:extLst xmlns:a="http://schemas.openxmlformats.org/drawingml/2006/main">
              <a:ext uri="{FF2B5EF4-FFF2-40B4-BE49-F238E27FC236}">
                <a16:creationId xmlns:a16="http://schemas.microsoft.com/office/drawing/2014/main" id="{0F0E6340-52B6-4155-A6C7-CAAB1699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07" y="6226020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32" name="flow-533">
            <a:extLst xmlns:a="http://schemas.openxmlformats.org/drawingml/2006/main">
              <a:ext uri="{FF2B5EF4-FFF2-40B4-BE49-F238E27FC236}">
                <a16:creationId xmlns:a16="http://schemas.microsoft.com/office/drawing/2014/main" id="{52136A32-A78B-4A13-A4E4-74A59A0E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267450"/>
            <a:ext cx="1190625" cy="9525"/>
          </a:xfrm>
          <a:custGeom xmlns:a="http://schemas.openxmlformats.org/drawingml/2006/main">
            <a:pathLst>
              <a:path w="1190625" h="9525">
                <a:moveTo>
                  <a:pt x="0" y="0"/>
                </a:moveTo>
                <a:lnTo>
                  <a:pt x="1190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3" name="arrow-533">
            <a:extLst xmlns:a="http://schemas.openxmlformats.org/drawingml/2006/main">
              <a:ext uri="{FF2B5EF4-FFF2-40B4-BE49-F238E27FC236}">
                <a16:creationId xmlns:a16="http://schemas.microsoft.com/office/drawing/2014/main" id="{E2566C5B-6A18-4932-9947-2DB8CCC5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482" y="6226020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34" name="flow-534">
            <a:extLst xmlns:a="http://schemas.openxmlformats.org/drawingml/2006/main">
              <a:ext uri="{FF2B5EF4-FFF2-40B4-BE49-F238E27FC236}">
                <a16:creationId xmlns:a16="http://schemas.microsoft.com/office/drawing/2014/main" id="{D23A4FDA-322F-4AFA-86C7-7124348E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886325"/>
            <a:ext cx="571500" cy="1381125"/>
          </a:xfrm>
          <a:custGeom xmlns:a="http://schemas.openxmlformats.org/drawingml/2006/main">
            <a:pathLst>
              <a:path w="571500" h="1381125">
                <a:moveTo>
                  <a:pt x="0" y="1381125"/>
                </a:moveTo>
                <a:lnTo>
                  <a:pt x="285750" y="1381125"/>
                </a:lnTo>
                <a:lnTo>
                  <a:pt x="285750" y="0"/>
                </a:ln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5" name="arrow-534">
            <a:extLst xmlns:a="http://schemas.openxmlformats.org/drawingml/2006/main">
              <a:ext uri="{FF2B5EF4-FFF2-40B4-BE49-F238E27FC236}">
                <a16:creationId xmlns:a16="http://schemas.microsoft.com/office/drawing/2014/main" id="{90A80E8E-677B-4897-B84E-1B66E383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32" y="4844895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36" name="flow-535">
            <a:extLst xmlns:a="http://schemas.openxmlformats.org/drawingml/2006/main">
              <a:ext uri="{FF2B5EF4-FFF2-40B4-BE49-F238E27FC236}">
                <a16:creationId xmlns:a16="http://schemas.microsoft.com/office/drawing/2014/main" id="{5A4D78EC-944D-4E9C-AC0D-076BAF4C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4886325"/>
            <a:ext cx="285750" cy="9525"/>
          </a:xfrm>
          <a:custGeom xmlns:a="http://schemas.openxmlformats.org/drawingml/2006/main"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7" name="arrow-535">
            <a:extLst xmlns:a="http://schemas.openxmlformats.org/drawingml/2006/main">
              <a:ext uri="{FF2B5EF4-FFF2-40B4-BE49-F238E27FC236}">
                <a16:creationId xmlns:a16="http://schemas.microsoft.com/office/drawing/2014/main" id="{E8F9477B-0BDF-4BDE-BA7A-15D484AC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482" y="4844895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38" name="inicio">
            <a:extLst xmlns:a="http://schemas.openxmlformats.org/drawingml/2006/main">
              <a:ext uri="{FF2B5EF4-FFF2-40B4-BE49-F238E27FC236}">
                <a16:creationId xmlns:a16="http://schemas.microsoft.com/office/drawing/2014/main" id="{EA4700F7-F5B8-4179-ABBC-83886423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9" name="shape-536">
            <a:extLst xmlns:a="http://schemas.openxmlformats.org/drawingml/2006/main">
              <a:ext uri="{FF2B5EF4-FFF2-40B4-BE49-F238E27FC236}">
                <a16:creationId xmlns:a16="http://schemas.microsoft.com/office/drawing/2014/main" id="{5CB37415-A570-416A-86AD-EC325AD7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76600"/>
            <a:ext cx="1009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Inicio</a:t>
            </a:r>
          </a:p>
        </p:txBody>
      </p:sp>
      <p:sp>
        <p:nvSpPr>
          <p:cNvPr id="40" name="revisar">
            <a:extLst xmlns:a="http://schemas.openxmlformats.org/drawingml/2006/main">
              <a:ext uri="{FF2B5EF4-FFF2-40B4-BE49-F238E27FC236}">
                <a16:creationId xmlns:a16="http://schemas.microsoft.com/office/drawing/2014/main" id="{664ABEEB-3CD5-4FFE-8759-52044B7A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6700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41" name="flow-537">
            <a:extLst xmlns:a="http://schemas.openxmlformats.org/drawingml/2006/main">
              <a:ext uri="{FF2B5EF4-FFF2-40B4-BE49-F238E27FC236}">
                <a16:creationId xmlns:a16="http://schemas.microsoft.com/office/drawing/2014/main" id="{691BDD53-B7DF-4AAA-BD72-9B340DD5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733675"/>
            <a:ext cx="200025" cy="209550"/>
          </a:xfrm>
          <a:custGeom xmlns:a="http://schemas.openxmlformats.org/drawingml/2006/main">
            <a:pathLst>
              <a:path w="200025" h="209550">
                <a:moveTo>
                  <a:pt x="0" y="114300"/>
                </a:moveTo>
                <a:lnTo>
                  <a:pt x="0" y="66675"/>
                </a:lnTo>
                <a:lnTo>
                  <a:pt x="28575" y="47625"/>
                </a:lnTo>
                <a:lnTo>
                  <a:pt x="47625" y="76200"/>
                </a:lnTo>
                <a:lnTo>
                  <a:pt x="47625" y="9525"/>
                </a:lnTo>
                <a:lnTo>
                  <a:pt x="76200" y="9525"/>
                </a:lnTo>
                <a:lnTo>
                  <a:pt x="76200" y="76200"/>
                </a:lnTo>
                <a:lnTo>
                  <a:pt x="95250" y="0"/>
                </a:lnTo>
                <a:lnTo>
                  <a:pt x="123825" y="9525"/>
                </a:lnTo>
                <a:lnTo>
                  <a:pt x="114300" y="85725"/>
                </a:lnTo>
                <a:lnTo>
                  <a:pt x="142875" y="28575"/>
                </a:lnTo>
                <a:lnTo>
                  <a:pt x="171450" y="38100"/>
                </a:lnTo>
                <a:lnTo>
                  <a:pt x="152400" y="123825"/>
                </a:lnTo>
                <a:lnTo>
                  <a:pt x="180975" y="95250"/>
                </a:lnTo>
                <a:lnTo>
                  <a:pt x="200025" y="114300"/>
                </a:lnTo>
                <a:lnTo>
                  <a:pt x="152400" y="209550"/>
                </a:lnTo>
                <a:lnTo>
                  <a:pt x="57150" y="209550"/>
                </a:ln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42" name="shape-538">
            <a:extLst xmlns:a="http://schemas.openxmlformats.org/drawingml/2006/main">
              <a:ext uri="{FF2B5EF4-FFF2-40B4-BE49-F238E27FC236}">
                <a16:creationId xmlns:a16="http://schemas.microsoft.com/office/drawing/2014/main" id="{776D9669-EF52-4D75-858C-B3909F36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14650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Revisar registros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y mensajes</a:t>
            </a:r>
          </a:p>
        </p:txBody>
      </p:sp>
      <p:sp>
        <p:nvSpPr>
          <p:cNvPr id="43" name="cancelar">
            <a:extLst xmlns:a="http://schemas.openxmlformats.org/drawingml/2006/main">
              <a:ext uri="{FF2B5EF4-FFF2-40B4-BE49-F238E27FC236}">
                <a16:creationId xmlns:a16="http://schemas.microsoft.com/office/drawing/2014/main" id="{2A05D2F7-D04B-4DC4-B561-3AE7F216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9875"/>
            <a:ext cx="476250" cy="476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44" name="shape-539">
            <a:extLst xmlns:a="http://schemas.openxmlformats.org/drawingml/2006/main">
              <a:ext uri="{FF2B5EF4-FFF2-40B4-BE49-F238E27FC236}">
                <a16:creationId xmlns:a16="http://schemas.microsoft.com/office/drawing/2014/main" id="{6D307FEC-57FA-42CE-9CCA-DBBF2095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67025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45" name="shape-540">
            <a:extLst xmlns:a="http://schemas.openxmlformats.org/drawingml/2006/main">
              <a:ext uri="{FF2B5EF4-FFF2-40B4-BE49-F238E27FC236}">
                <a16:creationId xmlns:a16="http://schemas.microsoft.com/office/drawing/2014/main" id="{ECCB7759-3F34-43C1-8A8F-0025C17F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0030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¿Cancelar antes</a:t>
            </a:r>
          </a:p>
          <a:p xmlns:a="http://schemas.openxmlformats.org/drawingml/2006/main">
            <a: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de preparar?</a:t>
            </a:r>
          </a:p>
        </p:txBody>
      </p:sp>
      <p:sp>
        <p:nvSpPr>
          <p:cNvPr id="46" name="cancelado">
            <a:extLst xmlns:a="http://schemas.openxmlformats.org/drawingml/2006/main">
              <a:ext uri="{FF2B5EF4-FFF2-40B4-BE49-F238E27FC236}">
                <a16:creationId xmlns:a16="http://schemas.microsoft.com/office/drawing/2014/main" id="{E1C0C988-9AA6-41DF-B360-A4E8C317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47" name="flow-541">
            <a:extLst xmlns:a="http://schemas.openxmlformats.org/drawingml/2006/main">
              <a:ext uri="{FF2B5EF4-FFF2-40B4-BE49-F238E27FC236}">
                <a16:creationId xmlns:a16="http://schemas.microsoft.com/office/drawing/2014/main" id="{CF1FC8FD-0BDC-4D2E-9668-A18AAE62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733675"/>
            <a:ext cx="200025" cy="209550"/>
          </a:xfrm>
          <a:custGeom xmlns:a="http://schemas.openxmlformats.org/drawingml/2006/main">
            <a:pathLst>
              <a:path w="200025" h="209550">
                <a:moveTo>
                  <a:pt x="0" y="114300"/>
                </a:moveTo>
                <a:lnTo>
                  <a:pt x="0" y="66675"/>
                </a:lnTo>
                <a:lnTo>
                  <a:pt x="28575" y="47625"/>
                </a:lnTo>
                <a:lnTo>
                  <a:pt x="47625" y="76200"/>
                </a:lnTo>
                <a:lnTo>
                  <a:pt x="47625" y="9525"/>
                </a:lnTo>
                <a:lnTo>
                  <a:pt x="76200" y="9525"/>
                </a:lnTo>
                <a:lnTo>
                  <a:pt x="76200" y="76200"/>
                </a:lnTo>
                <a:lnTo>
                  <a:pt x="95250" y="0"/>
                </a:lnTo>
                <a:lnTo>
                  <a:pt x="123825" y="9525"/>
                </a:lnTo>
                <a:lnTo>
                  <a:pt x="114300" y="85725"/>
                </a:lnTo>
                <a:lnTo>
                  <a:pt x="142875" y="28575"/>
                </a:lnTo>
                <a:lnTo>
                  <a:pt x="171450" y="38100"/>
                </a:lnTo>
                <a:lnTo>
                  <a:pt x="152400" y="123825"/>
                </a:lnTo>
                <a:lnTo>
                  <a:pt x="180975" y="95250"/>
                </a:lnTo>
                <a:lnTo>
                  <a:pt x="200025" y="114300"/>
                </a:lnTo>
                <a:lnTo>
                  <a:pt x="152400" y="209550"/>
                </a:lnTo>
                <a:lnTo>
                  <a:pt x="57150" y="209550"/>
                </a:ln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48" name="shape-542">
            <a:extLst xmlns:a="http://schemas.openxmlformats.org/drawingml/2006/main">
              <a:ext uri="{FF2B5EF4-FFF2-40B4-BE49-F238E27FC236}">
                <a16:creationId xmlns:a16="http://schemas.microsoft.com/office/drawing/2014/main" id="{CA12F72E-E5FD-42E6-9857-A705ED35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14650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Confirmar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cancelación</a:t>
            </a:r>
          </a:p>
        </p:txBody>
      </p:sp>
      <p:sp>
        <p:nvSpPr>
          <p:cNvPr id="49" name="liberar">
            <a:extLst xmlns:a="http://schemas.openxmlformats.org/drawingml/2006/main">
              <a:ext uri="{FF2B5EF4-FFF2-40B4-BE49-F238E27FC236}">
                <a16:creationId xmlns:a16="http://schemas.microsoft.com/office/drawing/2014/main" id="{88CEF9BF-C5CE-4D60-86EA-A5C4E321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24375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50" name="flow-543">
            <a:extLst xmlns:a="http://schemas.openxmlformats.org/drawingml/2006/main">
              <a:ext uri="{FF2B5EF4-FFF2-40B4-BE49-F238E27FC236}">
                <a16:creationId xmlns:a16="http://schemas.microsoft.com/office/drawing/2014/main" id="{86C7669A-866F-4176-8F70-F6BC8D5D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591050"/>
            <a:ext cx="200025" cy="209550"/>
          </a:xfrm>
          <a:custGeom xmlns:a="http://schemas.openxmlformats.org/drawingml/2006/main">
            <a:pathLst>
              <a:path w="200025" h="209550">
                <a:moveTo>
                  <a:pt x="0" y="114300"/>
                </a:moveTo>
                <a:lnTo>
                  <a:pt x="0" y="66675"/>
                </a:lnTo>
                <a:lnTo>
                  <a:pt x="28575" y="47625"/>
                </a:lnTo>
                <a:lnTo>
                  <a:pt x="47625" y="76200"/>
                </a:lnTo>
                <a:lnTo>
                  <a:pt x="47625" y="9525"/>
                </a:lnTo>
                <a:lnTo>
                  <a:pt x="76200" y="9525"/>
                </a:lnTo>
                <a:lnTo>
                  <a:pt x="76200" y="76200"/>
                </a:lnTo>
                <a:lnTo>
                  <a:pt x="95250" y="0"/>
                </a:lnTo>
                <a:lnTo>
                  <a:pt x="123825" y="9525"/>
                </a:lnTo>
                <a:lnTo>
                  <a:pt x="114300" y="85725"/>
                </a:lnTo>
                <a:lnTo>
                  <a:pt x="142875" y="28575"/>
                </a:lnTo>
                <a:lnTo>
                  <a:pt x="171450" y="38100"/>
                </a:lnTo>
                <a:lnTo>
                  <a:pt x="152400" y="123825"/>
                </a:lnTo>
                <a:lnTo>
                  <a:pt x="180975" y="95250"/>
                </a:lnTo>
                <a:lnTo>
                  <a:pt x="200025" y="114300"/>
                </a:lnTo>
                <a:lnTo>
                  <a:pt x="152400" y="209550"/>
                </a:lnTo>
                <a:lnTo>
                  <a:pt x="57150" y="209550"/>
                </a:ln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51" name="shape-544">
            <a:extLst xmlns:a="http://schemas.openxmlformats.org/drawingml/2006/main">
              <a:ext uri="{FF2B5EF4-FFF2-40B4-BE49-F238E27FC236}">
                <a16:creationId xmlns:a16="http://schemas.microsoft.com/office/drawing/2014/main" id="{9A9415E4-F349-4755-B8FD-6096E7EF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772025"/>
            <a:ext cx="1657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Anotar cancelación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y reponer stock</a:t>
            </a:r>
          </a:p>
        </p:txBody>
      </p:sp>
      <p:sp>
        <p:nvSpPr>
          <p:cNvPr id="52" name="fin_cancelado">
            <a:extLst xmlns:a="http://schemas.openxmlformats.org/drawingml/2006/main">
              <a:ext uri="{FF2B5EF4-FFF2-40B4-BE49-F238E27FC236}">
                <a16:creationId xmlns:a16="http://schemas.microsoft.com/office/drawing/2014/main" id="{10162D17-4654-421E-BE70-A562CBB6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148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4382B"/>
            </a:solidFill>
            <a:prstDash val="solid"/>
          </a:ln>
        </p:spPr>
      </p:sp>
      <p:sp>
        <p:nvSpPr>
          <p:cNvPr id="53" name="shape-545">
            <a:extLst xmlns:a="http://schemas.openxmlformats.org/drawingml/2006/main">
              <a:ext uri="{FF2B5EF4-FFF2-40B4-BE49-F238E27FC236}">
                <a16:creationId xmlns:a16="http://schemas.microsoft.com/office/drawing/2014/main" id="{F1318670-0083-419A-B766-D6069F70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133975"/>
            <a:ext cx="1009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Pedido cancelado</a:t>
            </a:r>
          </a:p>
        </p:txBody>
      </p:sp>
      <p:sp>
        <p:nvSpPr>
          <p:cNvPr id="54" name="preparacion">
            <a:extLst xmlns:a="http://schemas.openxmlformats.org/drawingml/2006/main">
              <a:ext uri="{FF2B5EF4-FFF2-40B4-BE49-F238E27FC236}">
                <a16:creationId xmlns:a16="http://schemas.microsoft.com/office/drawing/2014/main" id="{5EB4976C-2583-4A0D-B4FB-1C587939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05200"/>
            <a:ext cx="1809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55" name="flow-546">
            <a:extLst xmlns:a="http://schemas.openxmlformats.org/drawingml/2006/main">
              <a:ext uri="{FF2B5EF4-FFF2-40B4-BE49-F238E27FC236}">
                <a16:creationId xmlns:a16="http://schemas.microsoft.com/office/drawing/2014/main" id="{E74DE9FB-2A63-46C0-9146-8A5DACB8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571875"/>
            <a:ext cx="200025" cy="209550"/>
          </a:xfrm>
          <a:custGeom xmlns:a="http://schemas.openxmlformats.org/drawingml/2006/main">
            <a:pathLst>
              <a:path w="200025" h="209550">
                <a:moveTo>
                  <a:pt x="0" y="114300"/>
                </a:moveTo>
                <a:lnTo>
                  <a:pt x="0" y="66675"/>
                </a:lnTo>
                <a:lnTo>
                  <a:pt x="28575" y="47625"/>
                </a:lnTo>
                <a:lnTo>
                  <a:pt x="47625" y="76200"/>
                </a:lnTo>
                <a:lnTo>
                  <a:pt x="47625" y="9525"/>
                </a:lnTo>
                <a:lnTo>
                  <a:pt x="76200" y="9525"/>
                </a:lnTo>
                <a:lnTo>
                  <a:pt x="76200" y="76200"/>
                </a:lnTo>
                <a:lnTo>
                  <a:pt x="95250" y="0"/>
                </a:lnTo>
                <a:lnTo>
                  <a:pt x="123825" y="9525"/>
                </a:lnTo>
                <a:lnTo>
                  <a:pt x="114300" y="85725"/>
                </a:lnTo>
                <a:lnTo>
                  <a:pt x="142875" y="28575"/>
                </a:lnTo>
                <a:lnTo>
                  <a:pt x="171450" y="38100"/>
                </a:lnTo>
                <a:lnTo>
                  <a:pt x="152400" y="123825"/>
                </a:lnTo>
                <a:lnTo>
                  <a:pt x="180975" y="95250"/>
                </a:lnTo>
                <a:lnTo>
                  <a:pt x="200025" y="114300"/>
                </a:lnTo>
                <a:lnTo>
                  <a:pt x="152400" y="209550"/>
                </a:lnTo>
                <a:lnTo>
                  <a:pt x="57150" y="209550"/>
                </a:ln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56" name="shape-547">
            <a:extLst xmlns:a="http://schemas.openxmlformats.org/drawingml/2006/main">
              <a:ext uri="{FF2B5EF4-FFF2-40B4-BE49-F238E27FC236}">
                <a16:creationId xmlns:a16="http://schemas.microsoft.com/office/drawing/2014/main" id="{5EF42AF7-B81D-43C2-968D-F51B8EB9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95700"/>
            <a:ext cx="1657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Comunicar orden</a:t>
            </a:r>
          </a:p>
          <a:p xmlns:a="http://schemas.openxmlformats.org/drawingml/2006/main">
            <a: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de preparación</a:t>
            </a:r>
          </a:p>
        </p:txBody>
      </p:sp>
      <p:sp>
        <p:nvSpPr>
          <p:cNvPr id="57" name="preparar">
            <a:extLst xmlns:a="http://schemas.openxmlformats.org/drawingml/2006/main">
              <a:ext uri="{FF2B5EF4-FFF2-40B4-BE49-F238E27FC236}">
                <a16:creationId xmlns:a16="http://schemas.microsoft.com/office/drawing/2014/main" id="{C66B2321-C9CB-4BAE-985A-1B8C932C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90550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58" name="flow-548">
            <a:extLst xmlns:a="http://schemas.openxmlformats.org/drawingml/2006/main">
              <a:ext uri="{FF2B5EF4-FFF2-40B4-BE49-F238E27FC236}">
                <a16:creationId xmlns:a16="http://schemas.microsoft.com/office/drawing/2014/main" id="{5C07C37B-D563-4588-90A1-F80CEABF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972175"/>
            <a:ext cx="200025" cy="209550"/>
          </a:xfrm>
          <a:custGeom xmlns:a="http://schemas.openxmlformats.org/drawingml/2006/main">
            <a:pathLst>
              <a:path w="200025" h="209550">
                <a:moveTo>
                  <a:pt x="0" y="114300"/>
                </a:moveTo>
                <a:lnTo>
                  <a:pt x="0" y="66675"/>
                </a:lnTo>
                <a:lnTo>
                  <a:pt x="28575" y="47625"/>
                </a:lnTo>
                <a:lnTo>
                  <a:pt x="47625" y="76200"/>
                </a:lnTo>
                <a:lnTo>
                  <a:pt x="47625" y="9525"/>
                </a:lnTo>
                <a:lnTo>
                  <a:pt x="76200" y="9525"/>
                </a:lnTo>
                <a:lnTo>
                  <a:pt x="76200" y="76200"/>
                </a:lnTo>
                <a:lnTo>
                  <a:pt x="95250" y="0"/>
                </a:lnTo>
                <a:lnTo>
                  <a:pt x="123825" y="9525"/>
                </a:lnTo>
                <a:lnTo>
                  <a:pt x="114300" y="85725"/>
                </a:lnTo>
                <a:lnTo>
                  <a:pt x="142875" y="28575"/>
                </a:lnTo>
                <a:lnTo>
                  <a:pt x="171450" y="38100"/>
                </a:lnTo>
                <a:lnTo>
                  <a:pt x="152400" y="123825"/>
                </a:lnTo>
                <a:lnTo>
                  <a:pt x="180975" y="95250"/>
                </a:lnTo>
                <a:lnTo>
                  <a:pt x="200025" y="114300"/>
                </a:lnTo>
                <a:lnTo>
                  <a:pt x="152400" y="209550"/>
                </a:lnTo>
                <a:lnTo>
                  <a:pt x="57150" y="209550"/>
                </a:ln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59" name="shape-549">
            <a:extLst xmlns:a="http://schemas.openxmlformats.org/drawingml/2006/main">
              <a:ext uri="{FF2B5EF4-FFF2-40B4-BE49-F238E27FC236}">
                <a16:creationId xmlns:a16="http://schemas.microsoft.com/office/drawing/2014/main" id="{E22128AC-2172-4270-B24C-7EC1B6BF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6153150"/>
            <a:ext cx="1657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Preparar y entregar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validando pago</a:t>
            </a:r>
          </a:p>
        </p:txBody>
      </p:sp>
      <p:sp>
        <p:nvSpPr>
          <p:cNvPr id="60" name="confirmar">
            <a:extLst xmlns:a="http://schemas.openxmlformats.org/drawingml/2006/main">
              <a:ext uri="{FF2B5EF4-FFF2-40B4-BE49-F238E27FC236}">
                <a16:creationId xmlns:a16="http://schemas.microsoft.com/office/drawing/2014/main" id="{EAAA920C-39C6-41A4-9CA2-C086A878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0550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61" name="flow-550">
            <a:extLst xmlns:a="http://schemas.openxmlformats.org/drawingml/2006/main">
              <a:ext uri="{FF2B5EF4-FFF2-40B4-BE49-F238E27FC236}">
                <a16:creationId xmlns:a16="http://schemas.microsoft.com/office/drawing/2014/main" id="{5EEE695F-B0B1-4230-A3CD-1752C236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5972175"/>
            <a:ext cx="200025" cy="209550"/>
          </a:xfrm>
          <a:custGeom xmlns:a="http://schemas.openxmlformats.org/drawingml/2006/main">
            <a:pathLst>
              <a:path w="200025" h="209550">
                <a:moveTo>
                  <a:pt x="0" y="114300"/>
                </a:moveTo>
                <a:lnTo>
                  <a:pt x="0" y="66675"/>
                </a:lnTo>
                <a:lnTo>
                  <a:pt x="28575" y="47625"/>
                </a:lnTo>
                <a:lnTo>
                  <a:pt x="47625" y="76200"/>
                </a:lnTo>
                <a:lnTo>
                  <a:pt x="47625" y="9525"/>
                </a:lnTo>
                <a:lnTo>
                  <a:pt x="76200" y="9525"/>
                </a:lnTo>
                <a:lnTo>
                  <a:pt x="76200" y="76200"/>
                </a:lnTo>
                <a:lnTo>
                  <a:pt x="95250" y="0"/>
                </a:lnTo>
                <a:lnTo>
                  <a:pt x="123825" y="9525"/>
                </a:lnTo>
                <a:lnTo>
                  <a:pt x="114300" y="85725"/>
                </a:lnTo>
                <a:lnTo>
                  <a:pt x="142875" y="28575"/>
                </a:lnTo>
                <a:lnTo>
                  <a:pt x="171450" y="38100"/>
                </a:lnTo>
                <a:lnTo>
                  <a:pt x="152400" y="123825"/>
                </a:lnTo>
                <a:lnTo>
                  <a:pt x="180975" y="95250"/>
                </a:lnTo>
                <a:lnTo>
                  <a:pt x="200025" y="114300"/>
                </a:lnTo>
                <a:lnTo>
                  <a:pt x="152400" y="209550"/>
                </a:lnTo>
                <a:lnTo>
                  <a:pt x="57150" y="209550"/>
                </a:ln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62" name="shape-551">
            <a:extLst xmlns:a="http://schemas.openxmlformats.org/drawingml/2006/main">
              <a:ext uri="{FF2B5EF4-FFF2-40B4-BE49-F238E27FC236}">
                <a16:creationId xmlns:a16="http://schemas.microsoft.com/office/drawing/2014/main" id="{59167048-FA67-48F1-8011-3A7C5F14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153150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Comunicar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entrega</a:t>
            </a:r>
          </a:p>
        </p:txBody>
      </p:sp>
      <p:sp>
        <p:nvSpPr>
          <p:cNvPr id="63" name="cerrar">
            <a:extLst xmlns:a="http://schemas.openxmlformats.org/drawingml/2006/main">
              <a:ext uri="{FF2B5EF4-FFF2-40B4-BE49-F238E27FC236}">
                <a16:creationId xmlns:a16="http://schemas.microsoft.com/office/drawing/2014/main" id="{A98E98B9-0899-4EA7-82A2-83EFB690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524375"/>
            <a:ext cx="1714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64" name="flow-552">
            <a:extLst xmlns:a="http://schemas.openxmlformats.org/drawingml/2006/main">
              <a:ext uri="{FF2B5EF4-FFF2-40B4-BE49-F238E27FC236}">
                <a16:creationId xmlns:a16="http://schemas.microsoft.com/office/drawing/2014/main" id="{84AD7378-1DF4-40B1-B766-864204F0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4591050"/>
            <a:ext cx="200025" cy="209550"/>
          </a:xfrm>
          <a:custGeom xmlns:a="http://schemas.openxmlformats.org/drawingml/2006/main">
            <a:pathLst>
              <a:path w="200025" h="209550">
                <a:moveTo>
                  <a:pt x="0" y="114300"/>
                </a:moveTo>
                <a:lnTo>
                  <a:pt x="0" y="66675"/>
                </a:lnTo>
                <a:lnTo>
                  <a:pt x="28575" y="47625"/>
                </a:lnTo>
                <a:lnTo>
                  <a:pt x="47625" y="76200"/>
                </a:lnTo>
                <a:lnTo>
                  <a:pt x="47625" y="9525"/>
                </a:lnTo>
                <a:lnTo>
                  <a:pt x="76200" y="9525"/>
                </a:lnTo>
                <a:lnTo>
                  <a:pt x="76200" y="76200"/>
                </a:lnTo>
                <a:lnTo>
                  <a:pt x="95250" y="0"/>
                </a:lnTo>
                <a:lnTo>
                  <a:pt x="123825" y="9525"/>
                </a:lnTo>
                <a:lnTo>
                  <a:pt x="114300" y="85725"/>
                </a:lnTo>
                <a:lnTo>
                  <a:pt x="142875" y="28575"/>
                </a:lnTo>
                <a:lnTo>
                  <a:pt x="171450" y="38100"/>
                </a:lnTo>
                <a:lnTo>
                  <a:pt x="152400" y="123825"/>
                </a:lnTo>
                <a:lnTo>
                  <a:pt x="180975" y="95250"/>
                </a:lnTo>
                <a:lnTo>
                  <a:pt x="200025" y="114300"/>
                </a:lnTo>
                <a:lnTo>
                  <a:pt x="152400" y="209550"/>
                </a:lnTo>
                <a:lnTo>
                  <a:pt x="57150" y="209550"/>
                </a:ln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65" name="shape-553">
            <a:extLst xmlns:a="http://schemas.openxmlformats.org/drawingml/2006/main">
              <a:ext uri="{FF2B5EF4-FFF2-40B4-BE49-F238E27FC236}">
                <a16:creationId xmlns:a16="http://schemas.microsoft.com/office/drawing/2014/main" id="{4E38CAF5-FFF6-48FC-9B4F-CDD532B9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4772025"/>
            <a:ext cx="1562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Anotar entrega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y actualizar registro</a:t>
            </a:r>
          </a:p>
        </p:txBody>
      </p:sp>
      <p:sp>
        <p:nvSpPr>
          <p:cNvPr id="66" name="fin">
            <a:extLst xmlns:a="http://schemas.openxmlformats.org/drawingml/2006/main">
              <a:ext uri="{FF2B5EF4-FFF2-40B4-BE49-F238E27FC236}">
                <a16:creationId xmlns:a16="http://schemas.microsoft.com/office/drawing/2014/main" id="{0FBC25FB-2E3B-4A94-AE35-50E827B3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47148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4382B"/>
            </a:solidFill>
            <a:prstDash val="solid"/>
          </a:ln>
        </p:spPr>
      </p:sp>
      <p:sp>
        <p:nvSpPr>
          <p:cNvPr id="67" name="shape-554">
            <a:extLst xmlns:a="http://schemas.openxmlformats.org/drawingml/2006/main">
              <a:ext uri="{FF2B5EF4-FFF2-40B4-BE49-F238E27FC236}">
                <a16:creationId xmlns:a16="http://schemas.microsoft.com/office/drawing/2014/main" id="{24F842DA-0FC8-4052-A3F0-391CAEAD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5133975"/>
            <a:ext cx="1009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Pedido entregado</a:t>
            </a:r>
          </a:p>
        </p:txBody>
      </p:sp>
      <p:sp>
        <p:nvSpPr>
          <p:cNvPr id="68" name="shape-555">
            <a:extLst xmlns:a="http://schemas.openxmlformats.org/drawingml/2006/main">
              <a:ext uri="{FF2B5EF4-FFF2-40B4-BE49-F238E27FC236}">
                <a16:creationId xmlns:a16="http://schemas.microsoft.com/office/drawing/2014/main" id="{AB2A9814-FA5F-4AC3-9E9E-1BD07F67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5807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Inicio / fin     Tarea manual o de usuario     Tarea de servicio     X Decisión exclusiva</a:t>
            </a:r>
          </a:p>
        </p:txBody>
      </p:sp>
      <p:sp>
        <p:nvSpPr>
          <p:cNvPr id="69" name="shape-556">
            <a:extLst xmlns:a="http://schemas.openxmlformats.org/drawingml/2006/main">
              <a:ext uri="{FF2B5EF4-FFF2-40B4-BE49-F238E27FC236}">
                <a16:creationId xmlns:a16="http://schemas.microsoft.com/office/drawing/2014/main" id="{8F8348EF-D70B-4ACF-B0A4-6B965295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78192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Flujo continuo dentro del participante. Mensajes discontinuos entre participantes. Modelo de diseño.</a:t>
            </a:r>
          </a:p>
        </p:txBody>
      </p:sp>
      <p:sp>
        <p:nvSpPr>
          <p:cNvPr id="70" name="shape-557">
            <a:extLst xmlns:a="http://schemas.openxmlformats.org/drawingml/2006/main">
              <a:ext uri="{FF2B5EF4-FFF2-40B4-BE49-F238E27FC236}">
                <a16:creationId xmlns:a16="http://schemas.microsoft.com/office/drawing/2014/main" id="{A8E7E12E-2D6B-41C2-9949-F460768B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1390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Operación manual mediante registros, mensajes y coordinación del personal.</a:t>
            </a:r>
          </a:p>
        </p:txBody>
      </p:sp>
    </p:spTree>
    <p:extLst>
      <p:ext uri="{BB962C8B-B14F-4D97-AF65-F5344CB8AC3E}">
        <p14:creationId xmlns:p14="http://schemas.microsoft.com/office/powerpoint/2010/main" val="11262289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shape-558">
            <a:extLst xmlns:a="http://schemas.openxmlformats.org/drawingml/2006/main">
              <a:ext uri="{FF2B5EF4-FFF2-40B4-BE49-F238E27FC236}">
                <a16:creationId xmlns:a16="http://schemas.microsoft.com/office/drawing/2014/main" id="{DABF55B5-79A1-438C-9EBA-2299400F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CAPÍTULO 3  /  BPMN 2.0</a:t>
            </a:r>
          </a:p>
        </p:txBody>
      </p:sp>
      <p:sp>
        <p:nvSpPr>
          <p:cNvPr id="2" name="shape-559">
            <a:extLst xmlns:a="http://schemas.openxmlformats.org/drawingml/2006/main">
              <a:ext uri="{FF2B5EF4-FFF2-40B4-BE49-F238E27FC236}">
                <a16:creationId xmlns:a16="http://schemas.microsoft.com/office/drawing/2014/main" id="{DB974447-B4DE-4D3C-882B-D8CC0232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14E35"/>
                </a:solidFill>
                <a:latin typeface="Georgia"/>
                <a:ea typeface="Georgia"/>
                <a:cs typeface="Georgia"/>
              </a:rPr>
              <a:t>Gestión de pedidos TO-BE</a:t>
            </a:r>
          </a:p>
        </p:txBody>
      </p:sp>
      <p:sp>
        <p:nvSpPr>
          <p:cNvPr id="3" name="shape-560">
            <a:extLst xmlns:a="http://schemas.openxmlformats.org/drawingml/2006/main">
              <a:ext uri="{FF2B5EF4-FFF2-40B4-BE49-F238E27FC236}">
                <a16:creationId xmlns:a16="http://schemas.microsoft.com/office/drawing/2014/main" id="{041A5F89-094B-4BA1-A398-4CEA2B1C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5340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Alma Floral  ·  Herramientas de Desarrollo</a:t>
            </a:r>
          </a:p>
        </p:txBody>
      </p:sp>
      <p:sp>
        <p:nvSpPr>
          <p:cNvPr id="4" name="shape-561">
            <a:extLst xmlns:a="http://schemas.openxmlformats.org/drawingml/2006/main">
              <a:ext uri="{FF2B5EF4-FFF2-40B4-BE49-F238E27FC236}">
                <a16:creationId xmlns:a16="http://schemas.microsoft.com/office/drawing/2014/main" id="{3BFA42DC-8277-4EDE-AA50-43F510EF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153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shape-562">
            <a:extLst xmlns:a="http://schemas.openxmlformats.org/drawingml/2006/main">
              <a:ext uri="{FF2B5EF4-FFF2-40B4-BE49-F238E27FC236}">
                <a16:creationId xmlns:a16="http://schemas.microsoft.com/office/drawing/2014/main" id="{8E56889D-4592-4036-8E59-F3BF3EFF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81250"/>
            <a:ext cx="143827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CA294"/>
            </a:solidFill>
            <a:prstDash val="solid"/>
          </a:ln>
        </p:spPr>
      </p:sp>
      <p:sp>
        <p:nvSpPr>
          <p:cNvPr id="6" name="shape-563">
            <a:extLst xmlns:a="http://schemas.openxmlformats.org/drawingml/2006/main">
              <a:ext uri="{FF2B5EF4-FFF2-40B4-BE49-F238E27FC236}">
                <a16:creationId xmlns:a16="http://schemas.microsoft.com/office/drawing/2014/main" id="{78F21779-7E33-418F-910D-A5C3342D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526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ALMA FLORAL</a:t>
            </a:r>
          </a:p>
        </p:txBody>
      </p:sp>
      <p:sp>
        <p:nvSpPr>
          <p:cNvPr id="7" name="shape-564">
            <a:extLst xmlns:a="http://schemas.openxmlformats.org/drawingml/2006/main">
              <a:ext uri="{FF2B5EF4-FFF2-40B4-BE49-F238E27FC236}">
                <a16:creationId xmlns:a16="http://schemas.microsoft.com/office/drawing/2014/main" id="{654A870C-141E-4B5C-B2A6-86413BDF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40493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8" name="shape-565">
            <a:extLst xmlns:a="http://schemas.openxmlformats.org/drawingml/2006/main">
              <a:ext uri="{FF2B5EF4-FFF2-40B4-BE49-F238E27FC236}">
                <a16:creationId xmlns:a16="http://schemas.microsoft.com/office/drawing/2014/main" id="{7624848C-A3AA-4B69-9E9B-999D4291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953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0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9" name="shape-566">
            <a:extLst xmlns:a="http://schemas.openxmlformats.org/drawingml/2006/main">
              <a:ext uri="{FF2B5EF4-FFF2-40B4-BE49-F238E27FC236}">
                <a16:creationId xmlns:a16="http://schemas.microsoft.com/office/drawing/2014/main" id="{6E337CFE-5C4C-41BE-91CA-7E776F93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8000"/>
            <a:ext cx="1000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Admin.</a:t>
            </a:r>
          </a:p>
        </p:txBody>
      </p:sp>
      <p:sp>
        <p:nvSpPr>
          <p:cNvPr id="10" name="shape-567">
            <a:extLst xmlns:a="http://schemas.openxmlformats.org/drawingml/2006/main">
              <a:ext uri="{FF2B5EF4-FFF2-40B4-BE49-F238E27FC236}">
                <a16:creationId xmlns:a16="http://schemas.microsoft.com/office/drawing/2014/main" id="{684FC880-0FAB-42A2-AE56-53551AA0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4049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11" name="shape-568">
            <a:extLst xmlns:a="http://schemas.openxmlformats.org/drawingml/2006/main">
              <a:ext uri="{FF2B5EF4-FFF2-40B4-BE49-F238E27FC236}">
                <a16:creationId xmlns:a16="http://schemas.microsoft.com/office/drawing/2014/main" id="{38A54163-A891-43F3-91B3-3805C70E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095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0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12" name="shape-569">
            <a:extLst xmlns:a="http://schemas.openxmlformats.org/drawingml/2006/main">
              <a:ext uri="{FF2B5EF4-FFF2-40B4-BE49-F238E27FC236}">
                <a16:creationId xmlns:a16="http://schemas.microsoft.com/office/drawing/2014/main" id="{4FECF14F-D986-4179-9161-77885F80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67250"/>
            <a:ext cx="1000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Sistema web</a:t>
            </a:r>
          </a:p>
        </p:txBody>
      </p:sp>
      <p:sp>
        <p:nvSpPr>
          <p:cNvPr id="13" name="shape-570">
            <a:extLst xmlns:a="http://schemas.openxmlformats.org/drawingml/2006/main">
              <a:ext uri="{FF2B5EF4-FFF2-40B4-BE49-F238E27FC236}">
                <a16:creationId xmlns:a16="http://schemas.microsoft.com/office/drawing/2014/main" id="{C2F71246-DA7C-43FC-86BE-17E098F6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4049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14" name="shape-571">
            <a:extLst xmlns:a="http://schemas.openxmlformats.org/drawingml/2006/main">
              <a:ext uri="{FF2B5EF4-FFF2-40B4-BE49-F238E27FC236}">
                <a16:creationId xmlns:a16="http://schemas.microsoft.com/office/drawing/2014/main" id="{E71F9A74-3C15-4FEF-A650-C26C4F47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95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0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15" name="shape-572">
            <a:extLst xmlns:a="http://schemas.openxmlformats.org/drawingml/2006/main">
              <a:ext uri="{FF2B5EF4-FFF2-40B4-BE49-F238E27FC236}">
                <a16:creationId xmlns:a16="http://schemas.microsoft.com/office/drawing/2014/main" id="{A8745A88-11CD-4182-83F0-6BB8CDC7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96000"/>
            <a:ext cx="1000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Producción</a:t>
            </a:r>
          </a:p>
          <a:p xmlns:a="http://schemas.openxmlformats.org/drawingml/2006/main">
            <a: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y entrega</a:t>
            </a:r>
          </a:p>
        </p:txBody>
      </p:sp>
      <p:sp>
        <p:nvSpPr>
          <p:cNvPr id="16" name="flow-573">
            <a:extLst xmlns:a="http://schemas.openxmlformats.org/drawingml/2006/main">
              <a:ext uri="{FF2B5EF4-FFF2-40B4-BE49-F238E27FC236}">
                <a16:creationId xmlns:a16="http://schemas.microsoft.com/office/drawing/2014/main" id="{F0A368DC-48FF-4C70-B977-CC35D0E9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28950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17" name="arrow-573">
            <a:extLst xmlns:a="http://schemas.openxmlformats.org/drawingml/2006/main">
              <a:ext uri="{FF2B5EF4-FFF2-40B4-BE49-F238E27FC236}">
                <a16:creationId xmlns:a16="http://schemas.microsoft.com/office/drawing/2014/main" id="{6DDBE79F-CE8C-4DEB-A47D-A5902C7D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482" y="2987520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18" name="flow-574">
            <a:extLst xmlns:a="http://schemas.openxmlformats.org/drawingml/2006/main">
              <a:ext uri="{FF2B5EF4-FFF2-40B4-BE49-F238E27FC236}">
                <a16:creationId xmlns:a16="http://schemas.microsoft.com/office/drawing/2014/main" id="{F36F1ADD-775C-4484-8714-F63A18B0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28950"/>
            <a:ext cx="762000" cy="19050"/>
          </a:xfrm>
          <a:custGeom xmlns:a="http://schemas.openxmlformats.org/drawingml/2006/main">
            <a:pathLst>
              <a:path w="762000" h="19050">
                <a:moveTo>
                  <a:pt x="0" y="0"/>
                </a:moveTo>
                <a:lnTo>
                  <a:pt x="76200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19" name="arrow-574">
            <a:extLst xmlns:a="http://schemas.openxmlformats.org/drawingml/2006/main">
              <a:ext uri="{FF2B5EF4-FFF2-40B4-BE49-F238E27FC236}">
                <a16:creationId xmlns:a16="http://schemas.microsoft.com/office/drawing/2014/main" id="{1A7A4408-4DFC-4975-B1DB-25266BC2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724" y="3004439"/>
            <a:ext cx="86776" cy="82835"/>
          </a:xfrm>
          <a:custGeom xmlns:a="http://schemas.openxmlformats.org/drawingml/2006/main">
            <a:pathLst>
              <a:path w="86776" h="82835">
                <a:moveTo>
                  <a:pt x="86776" y="43561"/>
                </a:moveTo>
                <a:lnTo>
                  <a:pt x="0" y="82835"/>
                </a:lnTo>
                <a:lnTo>
                  <a:pt x="2071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0" name="flow-575">
            <a:extLst xmlns:a="http://schemas.openxmlformats.org/drawingml/2006/main">
              <a:ext uri="{FF2B5EF4-FFF2-40B4-BE49-F238E27FC236}">
                <a16:creationId xmlns:a16="http://schemas.microsoft.com/office/drawing/2014/main" id="{FF73F079-2412-494E-A3DC-D8E366D7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28950"/>
            <a:ext cx="571500" cy="19050"/>
          </a:xfrm>
          <a:custGeom xmlns:a="http://schemas.openxmlformats.org/drawingml/2006/main">
            <a:pathLst>
              <a:path w="571500" h="19050">
                <a:moveTo>
                  <a:pt x="0" y="1905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1" name="arrow-575">
            <a:extLst xmlns:a="http://schemas.openxmlformats.org/drawingml/2006/main">
              <a:ext uri="{FF2B5EF4-FFF2-40B4-BE49-F238E27FC236}">
                <a16:creationId xmlns:a16="http://schemas.microsoft.com/office/drawing/2014/main" id="{45C8A8FD-D607-4216-A0A7-D2146032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4150" y="2990400"/>
            <a:ext cx="87100" cy="82815"/>
          </a:xfrm>
          <a:custGeom xmlns:a="http://schemas.openxmlformats.org/drawingml/2006/main">
            <a:pathLst>
              <a:path w="87100" h="82815">
                <a:moveTo>
                  <a:pt x="87100" y="38550"/>
                </a:moveTo>
                <a:lnTo>
                  <a:pt x="2760" y="8281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2" name="shape-576">
            <a:extLst xmlns:a="http://schemas.openxmlformats.org/drawingml/2006/main">
              <a:ext uri="{FF2B5EF4-FFF2-40B4-BE49-F238E27FC236}">
                <a16:creationId xmlns:a16="http://schemas.microsoft.com/office/drawing/2014/main" id="{917E76D9-E648-4AB9-A607-FCC78BA1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717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Sí</a:t>
            </a:r>
          </a:p>
        </p:txBody>
      </p:sp>
      <p:sp>
        <p:nvSpPr>
          <p:cNvPr id="23" name="flow-577">
            <a:extLst xmlns:a="http://schemas.openxmlformats.org/drawingml/2006/main">
              <a:ext uri="{FF2B5EF4-FFF2-40B4-BE49-F238E27FC236}">
                <a16:creationId xmlns:a16="http://schemas.microsoft.com/office/drawing/2014/main" id="{FE69B723-DD34-45BD-935D-17A144BB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28950"/>
            <a:ext cx="666750" cy="1857375"/>
          </a:xfrm>
          <a:custGeom xmlns:a="http://schemas.openxmlformats.org/drawingml/2006/main">
            <a:pathLst>
              <a:path w="666750" h="1857375">
                <a:moveTo>
                  <a:pt x="0" y="0"/>
                </a:moveTo>
                <a:lnTo>
                  <a:pt x="285750" y="0"/>
                </a:lnTo>
                <a:lnTo>
                  <a:pt x="285750" y="1857375"/>
                </a:lnTo>
                <a:lnTo>
                  <a:pt x="666750" y="1857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4" name="arrow-577">
            <a:extLst xmlns:a="http://schemas.openxmlformats.org/drawingml/2006/main">
              <a:ext uri="{FF2B5EF4-FFF2-40B4-BE49-F238E27FC236}">
                <a16:creationId xmlns:a16="http://schemas.microsoft.com/office/drawing/2014/main" id="{70B75392-0DE2-4A50-BC00-FE5EFBBA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482" y="4844895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5" name="flow-578">
            <a:extLst xmlns:a="http://schemas.openxmlformats.org/drawingml/2006/main">
              <a:ext uri="{FF2B5EF4-FFF2-40B4-BE49-F238E27FC236}">
                <a16:creationId xmlns:a16="http://schemas.microsoft.com/office/drawing/2014/main" id="{25B17AC1-474D-4F55-9634-9F4B93B4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86325"/>
            <a:ext cx="762000" cy="9525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6" name="arrow-578">
            <a:extLst xmlns:a="http://schemas.openxmlformats.org/drawingml/2006/main">
              <a:ext uri="{FF2B5EF4-FFF2-40B4-BE49-F238E27FC236}">
                <a16:creationId xmlns:a16="http://schemas.microsoft.com/office/drawing/2014/main" id="{7CD0FE80-4348-4088-80DE-F07CF7DB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32" y="4844895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7" name="flow-579">
            <a:extLst xmlns:a="http://schemas.openxmlformats.org/drawingml/2006/main">
              <a:ext uri="{FF2B5EF4-FFF2-40B4-BE49-F238E27FC236}">
                <a16:creationId xmlns:a16="http://schemas.microsoft.com/office/drawing/2014/main" id="{2684FFDA-D421-4D24-9490-614DC4AA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286125"/>
            <a:ext cx="9525" cy="219075"/>
          </a:xfrm>
          <a:custGeom xmlns:a="http://schemas.openxmlformats.org/drawingml/2006/main">
            <a:pathLst>
              <a:path w="952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8" name="arrow-579">
            <a:extLst xmlns:a="http://schemas.openxmlformats.org/drawingml/2006/main">
              <a:ext uri="{FF2B5EF4-FFF2-40B4-BE49-F238E27FC236}">
                <a16:creationId xmlns:a16="http://schemas.microsoft.com/office/drawing/2014/main" id="{5392C455-FB32-4287-AB21-102D73F6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195" y="3419432"/>
            <a:ext cx="82861" cy="85768"/>
          </a:xfrm>
          <a:custGeom xmlns:a="http://schemas.openxmlformats.org/drawingml/2006/main">
            <a:pathLst>
              <a:path w="82861" h="85768">
                <a:moveTo>
                  <a:pt x="41430" y="85768"/>
                </a:moveTo>
                <a:lnTo>
                  <a:pt x="0" y="0"/>
                </a:lnTo>
                <a:lnTo>
                  <a:pt x="82861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9" name="shape-580">
            <a:extLst xmlns:a="http://schemas.openxmlformats.org/drawingml/2006/main">
              <a:ext uri="{FF2B5EF4-FFF2-40B4-BE49-F238E27FC236}">
                <a16:creationId xmlns:a16="http://schemas.microsoft.com/office/drawing/2014/main" id="{7BE839C9-F876-4FF1-9100-AF3226CE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295650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30" name="flow-581">
            <a:extLst xmlns:a="http://schemas.openxmlformats.org/drawingml/2006/main">
              <a:ext uri="{FF2B5EF4-FFF2-40B4-BE49-F238E27FC236}">
                <a16:creationId xmlns:a16="http://schemas.microsoft.com/office/drawing/2014/main" id="{B7408B66-851B-41E8-AFD8-CA8FC8E1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90950"/>
            <a:ext cx="523875" cy="2476500"/>
          </a:xfrm>
          <a:custGeom xmlns:a="http://schemas.openxmlformats.org/drawingml/2006/main">
            <a:pathLst>
              <a:path w="523875" h="2476500">
                <a:moveTo>
                  <a:pt x="0" y="0"/>
                </a:moveTo>
                <a:lnTo>
                  <a:pt x="238125" y="0"/>
                </a:lnTo>
                <a:lnTo>
                  <a:pt x="238125" y="2476500"/>
                </a:lnTo>
                <a:lnTo>
                  <a:pt x="523875" y="2476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1" name="arrow-581">
            <a:extLst xmlns:a="http://schemas.openxmlformats.org/drawingml/2006/main">
              <a:ext uri="{FF2B5EF4-FFF2-40B4-BE49-F238E27FC236}">
                <a16:creationId xmlns:a16="http://schemas.microsoft.com/office/drawing/2014/main" id="{FBA180A2-5BC7-441A-AFB0-4CF074D6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07" y="6226020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32" name="flow-582">
            <a:extLst xmlns:a="http://schemas.openxmlformats.org/drawingml/2006/main">
              <a:ext uri="{FF2B5EF4-FFF2-40B4-BE49-F238E27FC236}">
                <a16:creationId xmlns:a16="http://schemas.microsoft.com/office/drawing/2014/main" id="{04C8F515-E8E9-4F47-9025-21DA2907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90900"/>
            <a:ext cx="2000250" cy="2876550"/>
          </a:xfrm>
          <a:custGeom xmlns:a="http://schemas.openxmlformats.org/drawingml/2006/main">
            <a:pathLst>
              <a:path w="2000250" h="2876550">
                <a:moveTo>
                  <a:pt x="0" y="2876550"/>
                </a:moveTo>
                <a:lnTo>
                  <a:pt x="2000250" y="2876550"/>
                </a:lnTo>
                <a:lnTo>
                  <a:pt x="2000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3" name="arrow-582">
            <a:extLst xmlns:a="http://schemas.openxmlformats.org/drawingml/2006/main">
              <a:ext uri="{FF2B5EF4-FFF2-40B4-BE49-F238E27FC236}">
                <a16:creationId xmlns:a16="http://schemas.microsoft.com/office/drawing/2014/main" id="{96F06904-4549-41C5-99D1-649BD7F0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9445" y="3390900"/>
            <a:ext cx="82861" cy="85768"/>
          </a:xfrm>
          <a:custGeom xmlns:a="http://schemas.openxmlformats.org/drawingml/2006/main">
            <a:pathLst>
              <a:path w="82861" h="85768">
                <a:moveTo>
                  <a:pt x="41430" y="0"/>
                </a:moveTo>
                <a:lnTo>
                  <a:pt x="82861" y="85768"/>
                </a:lnTo>
                <a:lnTo>
                  <a:pt x="0" y="85768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34" name="flow-583">
            <a:extLst xmlns:a="http://schemas.openxmlformats.org/drawingml/2006/main">
              <a:ext uri="{FF2B5EF4-FFF2-40B4-BE49-F238E27FC236}">
                <a16:creationId xmlns:a16="http://schemas.microsoft.com/office/drawing/2014/main" id="{D5981D44-D38A-464A-A128-534C26F9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028950"/>
            <a:ext cx="571500" cy="1857375"/>
          </a:xfrm>
          <a:custGeom xmlns:a="http://schemas.openxmlformats.org/drawingml/2006/main">
            <a:pathLst>
              <a:path w="571500" h="1857375">
                <a:moveTo>
                  <a:pt x="0" y="0"/>
                </a:moveTo>
                <a:lnTo>
                  <a:pt x="285750" y="0"/>
                </a:lnTo>
                <a:lnTo>
                  <a:pt x="285750" y="1857375"/>
                </a:lnTo>
                <a:lnTo>
                  <a:pt x="571500" y="1857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5" name="arrow-583">
            <a:extLst xmlns:a="http://schemas.openxmlformats.org/drawingml/2006/main">
              <a:ext uri="{FF2B5EF4-FFF2-40B4-BE49-F238E27FC236}">
                <a16:creationId xmlns:a16="http://schemas.microsoft.com/office/drawing/2014/main" id="{E71BA7AF-D79E-4041-BDBD-62F8C674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32" y="4844895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36" name="flow-584">
            <a:extLst xmlns:a="http://schemas.openxmlformats.org/drawingml/2006/main">
              <a:ext uri="{FF2B5EF4-FFF2-40B4-BE49-F238E27FC236}">
                <a16:creationId xmlns:a16="http://schemas.microsoft.com/office/drawing/2014/main" id="{00A68321-F936-4CA6-AD34-F6524A4C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4886325"/>
            <a:ext cx="285750" cy="9525"/>
          </a:xfrm>
          <a:custGeom xmlns:a="http://schemas.openxmlformats.org/drawingml/2006/main"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7" name="arrow-584">
            <a:extLst xmlns:a="http://schemas.openxmlformats.org/drawingml/2006/main">
              <a:ext uri="{FF2B5EF4-FFF2-40B4-BE49-F238E27FC236}">
                <a16:creationId xmlns:a16="http://schemas.microsoft.com/office/drawing/2014/main" id="{98BFABC9-9911-4E0E-A7F1-DD60BCCB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482" y="4844895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38" name="inicio">
            <a:extLst xmlns:a="http://schemas.openxmlformats.org/drawingml/2006/main">
              <a:ext uri="{FF2B5EF4-FFF2-40B4-BE49-F238E27FC236}">
                <a16:creationId xmlns:a16="http://schemas.microsoft.com/office/drawing/2014/main" id="{660CA6F6-D10B-4B61-9AAD-E6730B28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9" name="shape-585">
            <a:extLst xmlns:a="http://schemas.openxmlformats.org/drawingml/2006/main">
              <a:ext uri="{FF2B5EF4-FFF2-40B4-BE49-F238E27FC236}">
                <a16:creationId xmlns:a16="http://schemas.microsoft.com/office/drawing/2014/main" id="{57697985-3DA4-4031-8643-04B3DDF1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76600"/>
            <a:ext cx="1009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Inicio</a:t>
            </a:r>
          </a:p>
        </p:txBody>
      </p:sp>
      <p:sp>
        <p:nvSpPr>
          <p:cNvPr id="40" name="revisar">
            <a:extLst xmlns:a="http://schemas.openxmlformats.org/drawingml/2006/main">
              <a:ext uri="{FF2B5EF4-FFF2-40B4-BE49-F238E27FC236}">
                <a16:creationId xmlns:a16="http://schemas.microsoft.com/office/drawing/2014/main" id="{57484D00-C1DA-4C92-901E-B088A5C4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6700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41" name="shape-586">
            <a:extLst xmlns:a="http://schemas.openxmlformats.org/drawingml/2006/main">
              <a:ext uri="{FF2B5EF4-FFF2-40B4-BE49-F238E27FC236}">
                <a16:creationId xmlns:a16="http://schemas.microsoft.com/office/drawing/2014/main" id="{AC9D9D98-584B-4BEC-9C1B-93F1EE0C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43200"/>
            <a:ext cx="66675" cy="666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42" name="flow-587">
            <a:extLst xmlns:a="http://schemas.openxmlformats.org/drawingml/2006/main">
              <a:ext uri="{FF2B5EF4-FFF2-40B4-BE49-F238E27FC236}">
                <a16:creationId xmlns:a16="http://schemas.microsoft.com/office/drawing/2014/main" id="{B67E73D0-1A23-4225-8D8B-E49AE50D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938" y="2809875"/>
            <a:ext cx="9525" cy="95250"/>
          </a:xfrm>
          <a:custGeom xmlns:a="http://schemas.openxmlformats.org/drawingml/2006/main"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43" name="flow-588">
            <a:extLst xmlns:a="http://schemas.openxmlformats.org/drawingml/2006/main">
              <a:ext uri="{FF2B5EF4-FFF2-40B4-BE49-F238E27FC236}">
                <a16:creationId xmlns:a16="http://schemas.microsoft.com/office/drawing/2014/main" id="{EB7B78BD-C829-4175-B160-F18A0D82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857500"/>
            <a:ext cx="123825" cy="9525"/>
          </a:xfrm>
          <a:custGeom xmlns:a="http://schemas.openxmlformats.org/drawingml/2006/main">
            <a:pathLst>
              <a:path w="123825" h="952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44" name="flow-589">
            <a:extLst xmlns:a="http://schemas.openxmlformats.org/drawingml/2006/main">
              <a:ext uri="{FF2B5EF4-FFF2-40B4-BE49-F238E27FC236}">
                <a16:creationId xmlns:a16="http://schemas.microsoft.com/office/drawing/2014/main" id="{4046F986-3CA9-4593-A05F-25A5DCE0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05125"/>
            <a:ext cx="52388" cy="47625"/>
          </a:xfrm>
          <a:custGeom xmlns:a="http://schemas.openxmlformats.org/drawingml/2006/main">
            <a:pathLst>
              <a:path w="52388" h="47625">
                <a:moveTo>
                  <a:pt x="52388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45" name="flow-590">
            <a:extLst xmlns:a="http://schemas.openxmlformats.org/drawingml/2006/main">
              <a:ext uri="{FF2B5EF4-FFF2-40B4-BE49-F238E27FC236}">
                <a16:creationId xmlns:a16="http://schemas.microsoft.com/office/drawing/2014/main" id="{EC662265-9AFF-4385-BD91-935AFF8F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938" y="2905125"/>
            <a:ext cx="52388" cy="47625"/>
          </a:xfrm>
          <a:custGeom xmlns:a="http://schemas.openxmlformats.org/drawingml/2006/main">
            <a:pathLst>
              <a:path w="52388" h="47625">
                <a:moveTo>
                  <a:pt x="0" y="0"/>
                </a:moveTo>
                <a:lnTo>
                  <a:pt x="52388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46" name="shape-591">
            <a:extLst xmlns:a="http://schemas.openxmlformats.org/drawingml/2006/main">
              <a:ext uri="{FF2B5EF4-FFF2-40B4-BE49-F238E27FC236}">
                <a16:creationId xmlns:a16="http://schemas.microsoft.com/office/drawing/2014/main" id="{673A1C6E-C4E9-46D7-BE27-8AEFFFB2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14650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Revisar pedido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pendiente</a:t>
            </a:r>
          </a:p>
        </p:txBody>
      </p:sp>
      <p:sp>
        <p:nvSpPr>
          <p:cNvPr id="47" name="cancelar">
            <a:extLst xmlns:a="http://schemas.openxmlformats.org/drawingml/2006/main">
              <a:ext uri="{FF2B5EF4-FFF2-40B4-BE49-F238E27FC236}">
                <a16:creationId xmlns:a16="http://schemas.microsoft.com/office/drawing/2014/main" id="{7DA0C60D-E550-4D7C-82BA-54DE8C04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9875"/>
            <a:ext cx="476250" cy="476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48" name="shape-592">
            <a:extLst xmlns:a="http://schemas.openxmlformats.org/drawingml/2006/main">
              <a:ext uri="{FF2B5EF4-FFF2-40B4-BE49-F238E27FC236}">
                <a16:creationId xmlns:a16="http://schemas.microsoft.com/office/drawing/2014/main" id="{AD804775-6BE0-4BA5-B975-EC354B73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67025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49" name="shape-593">
            <a:extLst xmlns:a="http://schemas.openxmlformats.org/drawingml/2006/main">
              <a:ext uri="{FF2B5EF4-FFF2-40B4-BE49-F238E27FC236}">
                <a16:creationId xmlns:a16="http://schemas.microsoft.com/office/drawing/2014/main" id="{CD947D2D-F0BC-4125-B42A-4EA65B67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0030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¿Cancelar antes</a:t>
            </a:r>
          </a:p>
          <a:p xmlns:a="http://schemas.openxmlformats.org/drawingml/2006/main">
            <a: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de preparar?</a:t>
            </a:r>
          </a:p>
        </p:txBody>
      </p:sp>
      <p:sp>
        <p:nvSpPr>
          <p:cNvPr id="50" name="cancelado">
            <a:extLst xmlns:a="http://schemas.openxmlformats.org/drawingml/2006/main">
              <a:ext uri="{FF2B5EF4-FFF2-40B4-BE49-F238E27FC236}">
                <a16:creationId xmlns:a16="http://schemas.microsoft.com/office/drawing/2014/main" id="{D91E9516-F694-439D-8A7B-424C1578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51" name="shape-594">
            <a:extLst xmlns:a="http://schemas.openxmlformats.org/drawingml/2006/main">
              <a:ext uri="{FF2B5EF4-FFF2-40B4-BE49-F238E27FC236}">
                <a16:creationId xmlns:a16="http://schemas.microsoft.com/office/drawing/2014/main" id="{DE56DE7A-C080-4EDC-B6D6-1B694272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43200"/>
            <a:ext cx="66675" cy="666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52" name="flow-595">
            <a:extLst xmlns:a="http://schemas.openxmlformats.org/drawingml/2006/main">
              <a:ext uri="{FF2B5EF4-FFF2-40B4-BE49-F238E27FC236}">
                <a16:creationId xmlns:a16="http://schemas.microsoft.com/office/drawing/2014/main" id="{FC041E6D-4672-4B81-B878-6AB48E58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2809875"/>
            <a:ext cx="9525" cy="95250"/>
          </a:xfrm>
          <a:custGeom xmlns:a="http://schemas.openxmlformats.org/drawingml/2006/main"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53" name="flow-596">
            <a:extLst xmlns:a="http://schemas.openxmlformats.org/drawingml/2006/main">
              <a:ext uri="{FF2B5EF4-FFF2-40B4-BE49-F238E27FC236}">
                <a16:creationId xmlns:a16="http://schemas.microsoft.com/office/drawing/2014/main" id="{8439C49F-95A7-4E8C-8AEF-E6810465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57500"/>
            <a:ext cx="123825" cy="9525"/>
          </a:xfrm>
          <a:custGeom xmlns:a="http://schemas.openxmlformats.org/drawingml/2006/main">
            <a:pathLst>
              <a:path w="123825" h="952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54" name="flow-597">
            <a:extLst xmlns:a="http://schemas.openxmlformats.org/drawingml/2006/main">
              <a:ext uri="{FF2B5EF4-FFF2-40B4-BE49-F238E27FC236}">
                <a16:creationId xmlns:a16="http://schemas.microsoft.com/office/drawing/2014/main" id="{B6A9F2E8-547D-4CA1-BB4C-9B491A47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05125"/>
            <a:ext cx="52388" cy="47625"/>
          </a:xfrm>
          <a:custGeom xmlns:a="http://schemas.openxmlformats.org/drawingml/2006/main">
            <a:pathLst>
              <a:path w="52388" h="47625">
                <a:moveTo>
                  <a:pt x="52388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55" name="flow-598">
            <a:extLst xmlns:a="http://schemas.openxmlformats.org/drawingml/2006/main">
              <a:ext uri="{FF2B5EF4-FFF2-40B4-BE49-F238E27FC236}">
                <a16:creationId xmlns:a16="http://schemas.microsoft.com/office/drawing/2014/main" id="{81FBAEA3-F0FB-419E-91E2-46799743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2905125"/>
            <a:ext cx="52388" cy="47625"/>
          </a:xfrm>
          <a:custGeom xmlns:a="http://schemas.openxmlformats.org/drawingml/2006/main">
            <a:pathLst>
              <a:path w="52388" h="47625">
                <a:moveTo>
                  <a:pt x="0" y="0"/>
                </a:moveTo>
                <a:lnTo>
                  <a:pt x="52388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56" name="shape-599">
            <a:extLst xmlns:a="http://schemas.openxmlformats.org/drawingml/2006/main">
              <a:ext uri="{FF2B5EF4-FFF2-40B4-BE49-F238E27FC236}">
                <a16:creationId xmlns:a16="http://schemas.microsoft.com/office/drawing/2014/main" id="{E27C78AC-68D1-4EDA-8EDC-0F9FE965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14650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Confirmar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cancelación</a:t>
            </a:r>
          </a:p>
        </p:txBody>
      </p:sp>
      <p:sp>
        <p:nvSpPr>
          <p:cNvPr id="57" name="liberar">
            <a:extLst xmlns:a="http://schemas.openxmlformats.org/drawingml/2006/main">
              <a:ext uri="{FF2B5EF4-FFF2-40B4-BE49-F238E27FC236}">
                <a16:creationId xmlns:a16="http://schemas.microsoft.com/office/drawing/2014/main" id="{229080A0-B5DD-4253-9CFA-A59BB245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24375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58" name="flow-600">
            <a:extLst xmlns:a="http://schemas.openxmlformats.org/drawingml/2006/main">
              <a:ext uri="{FF2B5EF4-FFF2-40B4-BE49-F238E27FC236}">
                <a16:creationId xmlns:a16="http://schemas.microsoft.com/office/drawing/2014/main" id="{F8A40F17-268C-496D-8238-0004A963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60057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188670" y="113832"/>
                </a:lnTo>
                <a:lnTo>
                  <a:pt x="156850" y="120765"/>
                </a:lnTo>
                <a:lnTo>
                  <a:pt x="150688" y="132293"/>
                </a:lnTo>
                <a:lnTo>
                  <a:pt x="162602" y="162602"/>
                </a:lnTo>
                <a:lnTo>
                  <a:pt x="148168" y="174447"/>
                </a:lnTo>
                <a:lnTo>
                  <a:pt x="120765" y="156850"/>
                </a:lnTo>
                <a:lnTo>
                  <a:pt x="108258" y="160644"/>
                </a:lnTo>
                <a:lnTo>
                  <a:pt x="95250" y="190500"/>
                </a:lnTo>
                <a:lnTo>
                  <a:pt x="76668" y="188670"/>
                </a:lnTo>
                <a:lnTo>
                  <a:pt x="69735" y="156850"/>
                </a:lnTo>
                <a:lnTo>
                  <a:pt x="58207" y="150688"/>
                </a:lnTo>
                <a:lnTo>
                  <a:pt x="27898" y="162602"/>
                </a:lnTo>
                <a:lnTo>
                  <a:pt x="16053" y="148168"/>
                </a:lnTo>
                <a:lnTo>
                  <a:pt x="33650" y="120765"/>
                </a:lnTo>
                <a:lnTo>
                  <a:pt x="29856" y="108258"/>
                </a:lnTo>
                <a:lnTo>
                  <a:pt x="0" y="95250"/>
                </a:lnTo>
                <a:lnTo>
                  <a:pt x="1830" y="76668"/>
                </a:lnTo>
                <a:lnTo>
                  <a:pt x="33650" y="69735"/>
                </a:lnTo>
                <a:lnTo>
                  <a:pt x="39812" y="58207"/>
                </a:lnTo>
                <a:lnTo>
                  <a:pt x="27898" y="27898"/>
                </a:lnTo>
                <a:lnTo>
                  <a:pt x="42332" y="16053"/>
                </a:lnTo>
                <a:lnTo>
                  <a:pt x="69735" y="33650"/>
                </a:lnTo>
                <a:lnTo>
                  <a:pt x="82242" y="29856"/>
                </a:lnTo>
                <a:lnTo>
                  <a:pt x="95250" y="0"/>
                </a:lnTo>
                <a:lnTo>
                  <a:pt x="113832" y="1830"/>
                </a:lnTo>
                <a:lnTo>
                  <a:pt x="120765" y="33650"/>
                </a:lnTo>
                <a:lnTo>
                  <a:pt x="132293" y="39812"/>
                </a:lnTo>
                <a:lnTo>
                  <a:pt x="162602" y="27898"/>
                </a:lnTo>
                <a:lnTo>
                  <a:pt x="174447" y="42332"/>
                </a:lnTo>
                <a:lnTo>
                  <a:pt x="156850" y="69735"/>
                </a:lnTo>
                <a:lnTo>
                  <a:pt x="160644" y="82242"/>
                </a:lnTo>
                <a:lnTo>
                  <a:pt x="19050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59" name="shape-601">
            <a:extLst xmlns:a="http://schemas.openxmlformats.org/drawingml/2006/main">
              <a:ext uri="{FF2B5EF4-FFF2-40B4-BE49-F238E27FC236}">
                <a16:creationId xmlns:a16="http://schemas.microsoft.com/office/drawing/2014/main" id="{7C9EF7E0-E6F8-4395-B54A-B321FFB6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745" y="4665345"/>
            <a:ext cx="60960" cy="609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60" name="shape-602">
            <a:extLst xmlns:a="http://schemas.openxmlformats.org/drawingml/2006/main">
              <a:ext uri="{FF2B5EF4-FFF2-40B4-BE49-F238E27FC236}">
                <a16:creationId xmlns:a16="http://schemas.microsoft.com/office/drawing/2014/main" id="{D8EE4A49-7538-4F99-BFA5-65522DF3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772025"/>
            <a:ext cx="1657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Liberar reserva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y registrar cancelación</a:t>
            </a:r>
          </a:p>
        </p:txBody>
      </p:sp>
      <p:sp>
        <p:nvSpPr>
          <p:cNvPr id="61" name="fin_cancelado">
            <a:extLst xmlns:a="http://schemas.openxmlformats.org/drawingml/2006/main">
              <a:ext uri="{FF2B5EF4-FFF2-40B4-BE49-F238E27FC236}">
                <a16:creationId xmlns:a16="http://schemas.microsoft.com/office/drawing/2014/main" id="{F8E41382-DB94-4855-919D-06F39647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148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4382B"/>
            </a:solidFill>
            <a:prstDash val="solid"/>
          </a:ln>
        </p:spPr>
      </p:sp>
      <p:sp>
        <p:nvSpPr>
          <p:cNvPr id="62" name="shape-603">
            <a:extLst xmlns:a="http://schemas.openxmlformats.org/drawingml/2006/main">
              <a:ext uri="{FF2B5EF4-FFF2-40B4-BE49-F238E27FC236}">
                <a16:creationId xmlns:a16="http://schemas.microsoft.com/office/drawing/2014/main" id="{AE5FCC41-5299-4260-93AA-DE2847B5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133975"/>
            <a:ext cx="1009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Pedido cancelado</a:t>
            </a:r>
          </a:p>
        </p:txBody>
      </p:sp>
      <p:sp>
        <p:nvSpPr>
          <p:cNvPr id="63" name="preparacion">
            <a:extLst xmlns:a="http://schemas.openxmlformats.org/drawingml/2006/main">
              <a:ext uri="{FF2B5EF4-FFF2-40B4-BE49-F238E27FC236}">
                <a16:creationId xmlns:a16="http://schemas.microsoft.com/office/drawing/2014/main" id="{5D972919-F511-47BA-8AF5-EBD72B40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05200"/>
            <a:ext cx="1809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64" name="shape-604">
            <a:extLst xmlns:a="http://schemas.openxmlformats.org/drawingml/2006/main">
              <a:ext uri="{FF2B5EF4-FFF2-40B4-BE49-F238E27FC236}">
                <a16:creationId xmlns:a16="http://schemas.microsoft.com/office/drawing/2014/main" id="{95E96157-12B0-4820-8DCB-E634C93C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81400"/>
            <a:ext cx="66675" cy="666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65" name="flow-605">
            <a:extLst xmlns:a="http://schemas.openxmlformats.org/drawingml/2006/main">
              <a:ext uri="{FF2B5EF4-FFF2-40B4-BE49-F238E27FC236}">
                <a16:creationId xmlns:a16="http://schemas.microsoft.com/office/drawing/2014/main" id="{A58CDD77-E366-485B-94C8-22F68E46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938" y="3648075"/>
            <a:ext cx="9525" cy="95250"/>
          </a:xfrm>
          <a:custGeom xmlns:a="http://schemas.openxmlformats.org/drawingml/2006/main"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66" name="flow-606">
            <a:extLst xmlns:a="http://schemas.openxmlformats.org/drawingml/2006/main">
              <a:ext uri="{FF2B5EF4-FFF2-40B4-BE49-F238E27FC236}">
                <a16:creationId xmlns:a16="http://schemas.microsoft.com/office/drawing/2014/main" id="{23AAE902-09D0-4D5F-A494-183094B4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95700"/>
            <a:ext cx="123825" cy="9525"/>
          </a:xfrm>
          <a:custGeom xmlns:a="http://schemas.openxmlformats.org/drawingml/2006/main">
            <a:pathLst>
              <a:path w="123825" h="952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67" name="flow-607">
            <a:extLst xmlns:a="http://schemas.openxmlformats.org/drawingml/2006/main">
              <a:ext uri="{FF2B5EF4-FFF2-40B4-BE49-F238E27FC236}">
                <a16:creationId xmlns:a16="http://schemas.microsoft.com/office/drawing/2014/main" id="{A6E0FAF7-0458-4E9A-9905-7C4BA7A5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43325"/>
            <a:ext cx="52388" cy="47625"/>
          </a:xfrm>
          <a:custGeom xmlns:a="http://schemas.openxmlformats.org/drawingml/2006/main">
            <a:pathLst>
              <a:path w="52388" h="47625">
                <a:moveTo>
                  <a:pt x="52388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68" name="flow-608">
            <a:extLst xmlns:a="http://schemas.openxmlformats.org/drawingml/2006/main">
              <a:ext uri="{FF2B5EF4-FFF2-40B4-BE49-F238E27FC236}">
                <a16:creationId xmlns:a16="http://schemas.microsoft.com/office/drawing/2014/main" id="{113D655E-E392-48B7-9057-4E28C5A7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938" y="3743325"/>
            <a:ext cx="52388" cy="47625"/>
          </a:xfrm>
          <a:custGeom xmlns:a="http://schemas.openxmlformats.org/drawingml/2006/main">
            <a:pathLst>
              <a:path w="52388" h="47625">
                <a:moveTo>
                  <a:pt x="0" y="0"/>
                </a:moveTo>
                <a:lnTo>
                  <a:pt x="52388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69" name="shape-609">
            <a:extLst xmlns:a="http://schemas.openxmlformats.org/drawingml/2006/main">
              <a:ext uri="{FF2B5EF4-FFF2-40B4-BE49-F238E27FC236}">
                <a16:creationId xmlns:a16="http://schemas.microsoft.com/office/drawing/2014/main" id="{EFC2E067-F4FD-44B5-94BF-D463829D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95700"/>
            <a:ext cx="1657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Iniciar</a:t>
            </a:r>
          </a:p>
          <a:p xmlns:a="http://schemas.openxmlformats.org/drawingml/2006/main">
            <a: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preparación</a:t>
            </a:r>
          </a:p>
        </p:txBody>
      </p:sp>
      <p:sp>
        <p:nvSpPr>
          <p:cNvPr id="70" name="preparar">
            <a:extLst xmlns:a="http://schemas.openxmlformats.org/drawingml/2006/main">
              <a:ext uri="{FF2B5EF4-FFF2-40B4-BE49-F238E27FC236}">
                <a16:creationId xmlns:a16="http://schemas.microsoft.com/office/drawing/2014/main" id="{D206062F-4D60-4861-9A99-4F27E4CE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90550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71" name="flow-610">
            <a:extLst xmlns:a="http://schemas.openxmlformats.org/drawingml/2006/main">
              <a:ext uri="{FF2B5EF4-FFF2-40B4-BE49-F238E27FC236}">
                <a16:creationId xmlns:a16="http://schemas.microsoft.com/office/drawing/2014/main" id="{28863F96-D7D7-4CBE-A453-F4A85633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972175"/>
            <a:ext cx="200025" cy="209550"/>
          </a:xfrm>
          <a:custGeom xmlns:a="http://schemas.openxmlformats.org/drawingml/2006/main">
            <a:pathLst>
              <a:path w="200025" h="209550">
                <a:moveTo>
                  <a:pt x="0" y="114300"/>
                </a:moveTo>
                <a:lnTo>
                  <a:pt x="0" y="66675"/>
                </a:lnTo>
                <a:lnTo>
                  <a:pt x="28575" y="47625"/>
                </a:lnTo>
                <a:lnTo>
                  <a:pt x="47625" y="76200"/>
                </a:lnTo>
                <a:lnTo>
                  <a:pt x="47625" y="9525"/>
                </a:lnTo>
                <a:lnTo>
                  <a:pt x="76200" y="9525"/>
                </a:lnTo>
                <a:lnTo>
                  <a:pt x="76200" y="76200"/>
                </a:lnTo>
                <a:lnTo>
                  <a:pt x="95250" y="0"/>
                </a:lnTo>
                <a:lnTo>
                  <a:pt x="123825" y="9525"/>
                </a:lnTo>
                <a:lnTo>
                  <a:pt x="114300" y="85725"/>
                </a:lnTo>
                <a:lnTo>
                  <a:pt x="142875" y="28575"/>
                </a:lnTo>
                <a:lnTo>
                  <a:pt x="171450" y="38100"/>
                </a:lnTo>
                <a:lnTo>
                  <a:pt x="152400" y="123825"/>
                </a:lnTo>
                <a:lnTo>
                  <a:pt x="180975" y="95250"/>
                </a:lnTo>
                <a:lnTo>
                  <a:pt x="200025" y="114300"/>
                </a:lnTo>
                <a:lnTo>
                  <a:pt x="152400" y="209550"/>
                </a:lnTo>
                <a:lnTo>
                  <a:pt x="57150" y="209550"/>
                </a:ln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72" name="shape-611">
            <a:extLst xmlns:a="http://schemas.openxmlformats.org/drawingml/2006/main">
              <a:ext uri="{FF2B5EF4-FFF2-40B4-BE49-F238E27FC236}">
                <a16:creationId xmlns:a16="http://schemas.microsoft.com/office/drawing/2014/main" id="{49BA2DDE-8B8F-4968-856A-B29DD7BA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6153150"/>
            <a:ext cx="1657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Preparar y entregar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validando pago</a:t>
            </a:r>
          </a:p>
        </p:txBody>
      </p:sp>
      <p:sp>
        <p:nvSpPr>
          <p:cNvPr id="73" name="confirmar">
            <a:extLst xmlns:a="http://schemas.openxmlformats.org/drawingml/2006/main">
              <a:ext uri="{FF2B5EF4-FFF2-40B4-BE49-F238E27FC236}">
                <a16:creationId xmlns:a16="http://schemas.microsoft.com/office/drawing/2014/main" id="{6C9484C0-29E1-4204-818E-B2CFC17D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74" name="shape-612">
            <a:extLst xmlns:a="http://schemas.openxmlformats.org/drawingml/2006/main">
              <a:ext uri="{FF2B5EF4-FFF2-40B4-BE49-F238E27FC236}">
                <a16:creationId xmlns:a16="http://schemas.microsoft.com/office/drawing/2014/main" id="{E13BA48D-F58D-452E-A366-6AEAD688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743200"/>
            <a:ext cx="66675" cy="666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75" name="flow-613">
            <a:extLst xmlns:a="http://schemas.openxmlformats.org/drawingml/2006/main">
              <a:ext uri="{FF2B5EF4-FFF2-40B4-BE49-F238E27FC236}">
                <a16:creationId xmlns:a16="http://schemas.microsoft.com/office/drawing/2014/main" id="{892222AE-3024-4D06-82F1-7AE03A96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7938" y="2809875"/>
            <a:ext cx="9525" cy="95250"/>
          </a:xfrm>
          <a:custGeom xmlns:a="http://schemas.openxmlformats.org/drawingml/2006/main"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76" name="flow-614">
            <a:extLst xmlns:a="http://schemas.openxmlformats.org/drawingml/2006/main">
              <a:ext uri="{FF2B5EF4-FFF2-40B4-BE49-F238E27FC236}">
                <a16:creationId xmlns:a16="http://schemas.microsoft.com/office/drawing/2014/main" id="{FF43C316-7A75-4900-BD28-1F3A06C3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857500"/>
            <a:ext cx="123825" cy="9525"/>
          </a:xfrm>
          <a:custGeom xmlns:a="http://schemas.openxmlformats.org/drawingml/2006/main">
            <a:pathLst>
              <a:path w="123825" h="952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77" name="flow-615">
            <a:extLst xmlns:a="http://schemas.openxmlformats.org/drawingml/2006/main">
              <a:ext uri="{FF2B5EF4-FFF2-40B4-BE49-F238E27FC236}">
                <a16:creationId xmlns:a16="http://schemas.microsoft.com/office/drawing/2014/main" id="{4347B6E5-B269-42BD-B967-5CACD0D1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905125"/>
            <a:ext cx="52388" cy="47625"/>
          </a:xfrm>
          <a:custGeom xmlns:a="http://schemas.openxmlformats.org/drawingml/2006/main">
            <a:pathLst>
              <a:path w="52388" h="47625">
                <a:moveTo>
                  <a:pt x="52388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78" name="flow-616">
            <a:extLst xmlns:a="http://schemas.openxmlformats.org/drawingml/2006/main">
              <a:ext uri="{FF2B5EF4-FFF2-40B4-BE49-F238E27FC236}">
                <a16:creationId xmlns:a16="http://schemas.microsoft.com/office/drawing/2014/main" id="{75784784-232D-4F7A-8327-7919D4B9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7938" y="2905125"/>
            <a:ext cx="52388" cy="47625"/>
          </a:xfrm>
          <a:custGeom xmlns:a="http://schemas.openxmlformats.org/drawingml/2006/main">
            <a:pathLst>
              <a:path w="52388" h="47625">
                <a:moveTo>
                  <a:pt x="0" y="0"/>
                </a:moveTo>
                <a:lnTo>
                  <a:pt x="52388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79" name="shape-617">
            <a:extLst xmlns:a="http://schemas.openxmlformats.org/drawingml/2006/main">
              <a:ext uri="{FF2B5EF4-FFF2-40B4-BE49-F238E27FC236}">
                <a16:creationId xmlns:a16="http://schemas.microsoft.com/office/drawing/2014/main" id="{9D98FAF7-2BDA-48F5-9B86-CF710F4D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914650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Registrar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entrega</a:t>
            </a:r>
          </a:p>
        </p:txBody>
      </p:sp>
      <p:sp>
        <p:nvSpPr>
          <p:cNvPr id="80" name="cerrar">
            <a:extLst xmlns:a="http://schemas.openxmlformats.org/drawingml/2006/main">
              <a:ext uri="{FF2B5EF4-FFF2-40B4-BE49-F238E27FC236}">
                <a16:creationId xmlns:a16="http://schemas.microsoft.com/office/drawing/2014/main" id="{62047C10-D666-4FF5-89F5-611ABD34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524375"/>
            <a:ext cx="1714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81" name="flow-618">
            <a:extLst xmlns:a="http://schemas.openxmlformats.org/drawingml/2006/main">
              <a:ext uri="{FF2B5EF4-FFF2-40B4-BE49-F238E27FC236}">
                <a16:creationId xmlns:a16="http://schemas.microsoft.com/office/drawing/2014/main" id="{FE348596-0225-4E0F-AA86-C0E5DD9A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725" y="460057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188670" y="113832"/>
                </a:lnTo>
                <a:lnTo>
                  <a:pt x="156850" y="120765"/>
                </a:lnTo>
                <a:lnTo>
                  <a:pt x="150688" y="132293"/>
                </a:lnTo>
                <a:lnTo>
                  <a:pt x="162602" y="162602"/>
                </a:lnTo>
                <a:lnTo>
                  <a:pt x="148168" y="174447"/>
                </a:lnTo>
                <a:lnTo>
                  <a:pt x="120765" y="156850"/>
                </a:lnTo>
                <a:lnTo>
                  <a:pt x="108258" y="160644"/>
                </a:lnTo>
                <a:lnTo>
                  <a:pt x="95250" y="190500"/>
                </a:lnTo>
                <a:lnTo>
                  <a:pt x="76668" y="188670"/>
                </a:lnTo>
                <a:lnTo>
                  <a:pt x="69735" y="156850"/>
                </a:lnTo>
                <a:lnTo>
                  <a:pt x="58207" y="150688"/>
                </a:lnTo>
                <a:lnTo>
                  <a:pt x="27898" y="162602"/>
                </a:lnTo>
                <a:lnTo>
                  <a:pt x="16053" y="148168"/>
                </a:lnTo>
                <a:lnTo>
                  <a:pt x="33650" y="120765"/>
                </a:lnTo>
                <a:lnTo>
                  <a:pt x="29856" y="108258"/>
                </a:lnTo>
                <a:lnTo>
                  <a:pt x="0" y="95250"/>
                </a:lnTo>
                <a:lnTo>
                  <a:pt x="1830" y="76668"/>
                </a:lnTo>
                <a:lnTo>
                  <a:pt x="33650" y="69735"/>
                </a:lnTo>
                <a:lnTo>
                  <a:pt x="39812" y="58207"/>
                </a:lnTo>
                <a:lnTo>
                  <a:pt x="27898" y="27898"/>
                </a:lnTo>
                <a:lnTo>
                  <a:pt x="42332" y="16053"/>
                </a:lnTo>
                <a:lnTo>
                  <a:pt x="69735" y="33650"/>
                </a:lnTo>
                <a:lnTo>
                  <a:pt x="82242" y="29856"/>
                </a:lnTo>
                <a:lnTo>
                  <a:pt x="95250" y="0"/>
                </a:lnTo>
                <a:lnTo>
                  <a:pt x="113832" y="1830"/>
                </a:lnTo>
                <a:lnTo>
                  <a:pt x="120765" y="33650"/>
                </a:lnTo>
                <a:lnTo>
                  <a:pt x="132293" y="39812"/>
                </a:lnTo>
                <a:lnTo>
                  <a:pt x="162602" y="27898"/>
                </a:lnTo>
                <a:lnTo>
                  <a:pt x="174447" y="42332"/>
                </a:lnTo>
                <a:lnTo>
                  <a:pt x="156850" y="69735"/>
                </a:lnTo>
                <a:lnTo>
                  <a:pt x="160644" y="82242"/>
                </a:lnTo>
                <a:lnTo>
                  <a:pt x="19050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82" name="shape-619">
            <a:extLst xmlns:a="http://schemas.openxmlformats.org/drawingml/2006/main">
              <a:ext uri="{FF2B5EF4-FFF2-40B4-BE49-F238E27FC236}">
                <a16:creationId xmlns:a16="http://schemas.microsoft.com/office/drawing/2014/main" id="{04AA1CDA-04B3-4E8E-AF65-1CD32FEE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2495" y="4665345"/>
            <a:ext cx="60960" cy="609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83" name="shape-620">
            <a:extLst xmlns:a="http://schemas.openxmlformats.org/drawingml/2006/main">
              <a:ext uri="{FF2B5EF4-FFF2-40B4-BE49-F238E27FC236}">
                <a16:creationId xmlns:a16="http://schemas.microsoft.com/office/drawing/2014/main" id="{E739EA91-85B7-472F-A89B-D173F8AB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4772025"/>
            <a:ext cx="1562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Finalizar salida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de existencias</a:t>
            </a:r>
          </a:p>
        </p:txBody>
      </p:sp>
      <p:sp>
        <p:nvSpPr>
          <p:cNvPr id="84" name="fin">
            <a:extLst xmlns:a="http://schemas.openxmlformats.org/drawingml/2006/main">
              <a:ext uri="{FF2B5EF4-FFF2-40B4-BE49-F238E27FC236}">
                <a16:creationId xmlns:a16="http://schemas.microsoft.com/office/drawing/2014/main" id="{6E862BFB-B89A-4F92-B80F-3EA91B26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47148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4382B"/>
            </a:solidFill>
            <a:prstDash val="solid"/>
          </a:ln>
        </p:spPr>
      </p:sp>
      <p:sp>
        <p:nvSpPr>
          <p:cNvPr id="85" name="shape-621">
            <a:extLst xmlns:a="http://schemas.openxmlformats.org/drawingml/2006/main">
              <a:ext uri="{FF2B5EF4-FFF2-40B4-BE49-F238E27FC236}">
                <a16:creationId xmlns:a16="http://schemas.microsoft.com/office/drawing/2014/main" id="{4AB0CCA8-2EBA-4230-A4BB-CEBA46E0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5133975"/>
            <a:ext cx="1009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Pedido entregado</a:t>
            </a:r>
          </a:p>
        </p:txBody>
      </p:sp>
      <p:sp>
        <p:nvSpPr>
          <p:cNvPr id="86" name="shape-622">
            <a:extLst xmlns:a="http://schemas.openxmlformats.org/drawingml/2006/main">
              <a:ext uri="{FF2B5EF4-FFF2-40B4-BE49-F238E27FC236}">
                <a16:creationId xmlns:a16="http://schemas.microsoft.com/office/drawing/2014/main" id="{40A50570-454B-46CF-A9A8-92AE958E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5807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Inicio / fin     Tarea manual o de usuario     Tarea de servicio     X Decisión exclusiva</a:t>
            </a:r>
          </a:p>
        </p:txBody>
      </p:sp>
      <p:sp>
        <p:nvSpPr>
          <p:cNvPr id="87" name="shape-623">
            <a:extLst xmlns:a="http://schemas.openxmlformats.org/drawingml/2006/main">
              <a:ext uri="{FF2B5EF4-FFF2-40B4-BE49-F238E27FC236}">
                <a16:creationId xmlns:a16="http://schemas.microsoft.com/office/drawing/2014/main" id="{876975BF-0DD1-4C42-8330-12896302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78192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Flujo continuo dentro del participante. Mensajes discontinuos entre participantes. Modelo de diseño.</a:t>
            </a:r>
          </a:p>
        </p:txBody>
      </p:sp>
      <p:sp>
        <p:nvSpPr>
          <p:cNvPr id="88" name="shape-624">
            <a:extLst xmlns:a="http://schemas.openxmlformats.org/drawingml/2006/main">
              <a:ext uri="{FF2B5EF4-FFF2-40B4-BE49-F238E27FC236}">
                <a16:creationId xmlns:a16="http://schemas.microsoft.com/office/drawing/2014/main" id="{FFF64774-E3B5-466B-A296-405580BC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1390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Precondición: administrador autenticado. Validación antes de guardar los cambios.</a:t>
            </a:r>
          </a:p>
        </p:txBody>
      </p:sp>
    </p:spTree>
    <p:extLst>
      <p:ext uri="{BB962C8B-B14F-4D97-AF65-F5344CB8AC3E}">
        <p14:creationId xmlns:p14="http://schemas.microsoft.com/office/powerpoint/2010/main" val="10832492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shape-625">
            <a:extLst xmlns:a="http://schemas.openxmlformats.org/drawingml/2006/main">
              <a:ext uri="{FF2B5EF4-FFF2-40B4-BE49-F238E27FC236}">
                <a16:creationId xmlns:a16="http://schemas.microsoft.com/office/drawing/2014/main" id="{E5FE672F-D7E3-48FC-9D09-821C3BBB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CAPÍTULO 3  /  BPMN 2.0</a:t>
            </a:r>
          </a:p>
        </p:txBody>
      </p:sp>
      <p:sp>
        <p:nvSpPr>
          <p:cNvPr id="2" name="shape-626">
            <a:extLst xmlns:a="http://schemas.openxmlformats.org/drawingml/2006/main">
              <a:ext uri="{FF2B5EF4-FFF2-40B4-BE49-F238E27FC236}">
                <a16:creationId xmlns:a16="http://schemas.microsoft.com/office/drawing/2014/main" id="{3CEF7138-4524-4CDC-98DD-F7365B6C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14E35"/>
                </a:solidFill>
                <a:latin typeface="Georgia"/>
                <a:ea typeface="Georgia"/>
                <a:cs typeface="Georgia"/>
              </a:rPr>
              <a:t>Atención postventa AS-IS</a:t>
            </a:r>
          </a:p>
        </p:txBody>
      </p:sp>
      <p:sp>
        <p:nvSpPr>
          <p:cNvPr id="3" name="shape-627">
            <a:extLst xmlns:a="http://schemas.openxmlformats.org/drawingml/2006/main">
              <a:ext uri="{FF2B5EF4-FFF2-40B4-BE49-F238E27FC236}">
                <a16:creationId xmlns:a16="http://schemas.microsoft.com/office/drawing/2014/main" id="{019287E9-884F-4F67-A4BD-B62C63C1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5340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Alma Floral  ·  Herramientas de Desarrollo</a:t>
            </a:r>
          </a:p>
        </p:txBody>
      </p:sp>
      <p:sp>
        <p:nvSpPr>
          <p:cNvPr id="4" name="shape-628">
            <a:extLst xmlns:a="http://schemas.openxmlformats.org/drawingml/2006/main">
              <a:ext uri="{FF2B5EF4-FFF2-40B4-BE49-F238E27FC236}">
                <a16:creationId xmlns:a16="http://schemas.microsoft.com/office/drawing/2014/main" id="{A49FCD3F-148A-4F9D-9F1F-2B34ACE0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153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shape-629">
            <a:extLst xmlns:a="http://schemas.openxmlformats.org/drawingml/2006/main">
              <a:ext uri="{FF2B5EF4-FFF2-40B4-BE49-F238E27FC236}">
                <a16:creationId xmlns:a16="http://schemas.microsoft.com/office/drawing/2014/main" id="{7B706C2D-CBA7-43F2-9F35-8F9C280B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438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CA294"/>
            </a:solidFill>
            <a:prstDash val="solid"/>
          </a:ln>
        </p:spPr>
      </p:sp>
      <p:sp>
        <p:nvSpPr>
          <p:cNvPr id="6" name="shape-630">
            <a:extLst xmlns:a="http://schemas.openxmlformats.org/drawingml/2006/main">
              <a:ext uri="{FF2B5EF4-FFF2-40B4-BE49-F238E27FC236}">
                <a16:creationId xmlns:a16="http://schemas.microsoft.com/office/drawing/2014/main" id="{1E0BBE99-7843-49DF-A6F1-EA63F3DF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CLIENTE</a:t>
            </a:r>
          </a:p>
        </p:txBody>
      </p:sp>
      <p:sp>
        <p:nvSpPr>
          <p:cNvPr id="7" name="shape-631">
            <a:extLst xmlns:a="http://schemas.openxmlformats.org/drawingml/2006/main">
              <a:ext uri="{FF2B5EF4-FFF2-40B4-BE49-F238E27FC236}">
                <a16:creationId xmlns:a16="http://schemas.microsoft.com/office/drawing/2014/main" id="{91AF949E-0848-4232-8146-611DF7A8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6002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Participante externo</a:t>
            </a:r>
          </a:p>
        </p:txBody>
      </p:sp>
      <p:sp>
        <p:nvSpPr>
          <p:cNvPr id="8" name="shape-632">
            <a:extLst xmlns:a="http://schemas.openxmlformats.org/drawingml/2006/main">
              <a:ext uri="{FF2B5EF4-FFF2-40B4-BE49-F238E27FC236}">
                <a16:creationId xmlns:a16="http://schemas.microsoft.com/office/drawing/2014/main" id="{1E6239A6-945D-4AE0-B8D9-78F13A97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81250"/>
            <a:ext cx="143827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CA294"/>
            </a:solidFill>
            <a:prstDash val="solid"/>
          </a:ln>
        </p:spPr>
      </p:sp>
      <p:sp>
        <p:nvSpPr>
          <p:cNvPr id="9" name="shape-633">
            <a:extLst xmlns:a="http://schemas.openxmlformats.org/drawingml/2006/main">
              <a:ext uri="{FF2B5EF4-FFF2-40B4-BE49-F238E27FC236}">
                <a16:creationId xmlns:a16="http://schemas.microsoft.com/office/drawing/2014/main" id="{AD31F5D4-E072-4D9A-9526-E3D0B324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526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ALMA FLORAL</a:t>
            </a:r>
          </a:p>
        </p:txBody>
      </p:sp>
      <p:sp>
        <p:nvSpPr>
          <p:cNvPr id="10" name="shape-634">
            <a:extLst xmlns:a="http://schemas.openxmlformats.org/drawingml/2006/main">
              <a:ext uri="{FF2B5EF4-FFF2-40B4-BE49-F238E27FC236}">
                <a16:creationId xmlns:a16="http://schemas.microsoft.com/office/drawing/2014/main" id="{98E78310-1353-44B6-9CE3-C4739134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40493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11" name="shape-635">
            <a:extLst xmlns:a="http://schemas.openxmlformats.org/drawingml/2006/main">
              <a:ext uri="{FF2B5EF4-FFF2-40B4-BE49-F238E27FC236}">
                <a16:creationId xmlns:a16="http://schemas.microsoft.com/office/drawing/2014/main" id="{28FE3B5A-A40F-4B89-BC4A-A6DECC9E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953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0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12" name="shape-636">
            <a:extLst xmlns:a="http://schemas.openxmlformats.org/drawingml/2006/main">
              <a:ext uri="{FF2B5EF4-FFF2-40B4-BE49-F238E27FC236}">
                <a16:creationId xmlns:a16="http://schemas.microsoft.com/office/drawing/2014/main" id="{A52FCDC1-8DA7-4329-8472-86B240C2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38500"/>
            <a:ext cx="1000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Atención</a:t>
            </a:r>
          </a:p>
          <a:p xmlns:a="http://schemas.openxmlformats.org/drawingml/2006/main">
            <a: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comercial</a:t>
            </a:r>
          </a:p>
        </p:txBody>
      </p:sp>
      <p:sp>
        <p:nvSpPr>
          <p:cNvPr id="13" name="shape-637">
            <a:extLst xmlns:a="http://schemas.openxmlformats.org/drawingml/2006/main">
              <a:ext uri="{FF2B5EF4-FFF2-40B4-BE49-F238E27FC236}">
                <a16:creationId xmlns:a16="http://schemas.microsoft.com/office/drawing/2014/main" id="{0D57AC24-9FD6-4114-8D0C-2CE8F4C3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40493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14" name="shape-638">
            <a:extLst xmlns:a="http://schemas.openxmlformats.org/drawingml/2006/main">
              <a:ext uri="{FF2B5EF4-FFF2-40B4-BE49-F238E27FC236}">
                <a16:creationId xmlns:a16="http://schemas.microsoft.com/office/drawing/2014/main" id="{22ECB2D6-24A2-4F08-AABD-7ED04C63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953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0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15" name="shape-639">
            <a:extLst xmlns:a="http://schemas.openxmlformats.org/drawingml/2006/main">
              <a:ext uri="{FF2B5EF4-FFF2-40B4-BE49-F238E27FC236}">
                <a16:creationId xmlns:a16="http://schemas.microsoft.com/office/drawing/2014/main" id="{BC945D05-1B0F-4229-915A-7758DBC0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72125"/>
            <a:ext cx="1000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Admin.</a:t>
            </a:r>
          </a:p>
        </p:txBody>
      </p:sp>
      <p:sp>
        <p:nvSpPr>
          <p:cNvPr id="16" name="flow-640">
            <a:extLst xmlns:a="http://schemas.openxmlformats.org/drawingml/2006/main">
              <a:ext uri="{FF2B5EF4-FFF2-40B4-BE49-F238E27FC236}">
                <a16:creationId xmlns:a16="http://schemas.microsoft.com/office/drawing/2014/main" id="{343B8782-E233-4878-8936-1F9D036A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95500"/>
            <a:ext cx="9525" cy="762000"/>
          </a:xfrm>
          <a:custGeom xmlns:a="http://schemas.openxmlformats.org/drawingml/2006/main">
            <a:pathLst>
              <a:path w="9525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7A8A"/>
            </a:solidFill>
            <a:prstDash val="dash"/>
          </a:ln>
        </p:spPr>
      </p:sp>
      <p:sp>
        <p:nvSpPr>
          <p:cNvPr id="17" name="flow-641">
            <a:extLst xmlns:a="http://schemas.openxmlformats.org/drawingml/2006/main">
              <a:ext uri="{FF2B5EF4-FFF2-40B4-BE49-F238E27FC236}">
                <a16:creationId xmlns:a16="http://schemas.microsoft.com/office/drawing/2014/main" id="{319A9A79-E88E-483F-955E-323EC66B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270" y="2771732"/>
            <a:ext cx="82861" cy="85768"/>
          </a:xfrm>
          <a:custGeom xmlns:a="http://schemas.openxmlformats.org/drawingml/2006/main">
            <a:pathLst>
              <a:path w="82861" h="85768">
                <a:moveTo>
                  <a:pt x="0" y="0"/>
                </a:moveTo>
                <a:lnTo>
                  <a:pt x="41430" y="85768"/>
                </a:lnTo>
                <a:lnTo>
                  <a:pt x="828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7A8A"/>
            </a:solidFill>
            <a:prstDash val="solid"/>
          </a:ln>
        </p:spPr>
      </p:sp>
      <p:sp>
        <p:nvSpPr>
          <p:cNvPr id="18" name="shape-642">
            <a:extLst xmlns:a="http://schemas.openxmlformats.org/drawingml/2006/main">
              <a:ext uri="{FF2B5EF4-FFF2-40B4-BE49-F238E27FC236}">
                <a16:creationId xmlns:a16="http://schemas.microsoft.com/office/drawing/2014/main" id="{BF2EBA77-EC23-40F5-9201-0C176E4F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57A8A"/>
            </a:solidFill>
            <a:prstDash val="solid"/>
          </a:ln>
        </p:spPr>
      </p:sp>
      <p:sp>
        <p:nvSpPr>
          <p:cNvPr id="19" name="shape-643">
            <a:extLst xmlns:a="http://schemas.openxmlformats.org/drawingml/2006/main">
              <a:ext uri="{FF2B5EF4-FFF2-40B4-BE49-F238E27FC236}">
                <a16:creationId xmlns:a16="http://schemas.microsoft.com/office/drawing/2014/main" id="{37C40E42-5A55-4ECD-88CF-36E494A7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240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56979"/>
                </a:solidFill>
                <a:latin typeface="Arial"/>
                <a:ea typeface="Arial"/>
                <a:cs typeface="Arial"/>
              </a:rPr>
              <a:t>Consulta o incidencia</a:t>
            </a:r>
          </a:p>
        </p:txBody>
      </p:sp>
      <p:sp>
        <p:nvSpPr>
          <p:cNvPr id="20" name="flow-644">
            <a:extLst xmlns:a="http://schemas.openxmlformats.org/drawingml/2006/main">
              <a:ext uri="{FF2B5EF4-FFF2-40B4-BE49-F238E27FC236}">
                <a16:creationId xmlns:a16="http://schemas.microsoft.com/office/drawing/2014/main" id="{F257C27E-6DBA-4650-A00D-502D730C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28950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1" name="arrow-644">
            <a:extLst xmlns:a="http://schemas.openxmlformats.org/drawingml/2006/main">
              <a:ext uri="{FF2B5EF4-FFF2-40B4-BE49-F238E27FC236}">
                <a16:creationId xmlns:a16="http://schemas.microsoft.com/office/drawing/2014/main" id="{05F372B0-98CB-4595-AB36-EC28C874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482" y="2987520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2" name="flow-645">
            <a:extLst xmlns:a="http://schemas.openxmlformats.org/drawingml/2006/main">
              <a:ext uri="{FF2B5EF4-FFF2-40B4-BE49-F238E27FC236}">
                <a16:creationId xmlns:a16="http://schemas.microsoft.com/office/drawing/2014/main" id="{35488C52-A01C-46F6-A23B-925D1420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28950"/>
            <a:ext cx="381000" cy="9525"/>
          </a:xfrm>
          <a:custGeom xmlns:a="http://schemas.openxmlformats.org/drawingml/2006/main"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3" name="arrow-645">
            <a:extLst xmlns:a="http://schemas.openxmlformats.org/drawingml/2006/main">
              <a:ext uri="{FF2B5EF4-FFF2-40B4-BE49-F238E27FC236}">
                <a16:creationId xmlns:a16="http://schemas.microsoft.com/office/drawing/2014/main" id="{12A7C9D6-BF30-45BB-8CFA-DC3F8444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32" y="2987520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4" name="flow-646">
            <a:extLst xmlns:a="http://schemas.openxmlformats.org/drawingml/2006/main">
              <a:ext uri="{FF2B5EF4-FFF2-40B4-BE49-F238E27FC236}">
                <a16:creationId xmlns:a16="http://schemas.microsoft.com/office/drawing/2014/main" id="{170014B8-61A9-41EB-AD0A-38079DC0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28950"/>
            <a:ext cx="476250" cy="38100"/>
          </a:xfrm>
          <a:custGeom xmlns:a="http://schemas.openxmlformats.org/drawingml/2006/main">
            <a:pathLst>
              <a:path w="476250" h="38100">
                <a:moveTo>
                  <a:pt x="0" y="0"/>
                </a:moveTo>
                <a:lnTo>
                  <a:pt x="47625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5" name="arrow-646">
            <a:extLst xmlns:a="http://schemas.openxmlformats.org/drawingml/2006/main">
              <a:ext uri="{FF2B5EF4-FFF2-40B4-BE49-F238E27FC236}">
                <a16:creationId xmlns:a16="http://schemas.microsoft.com/office/drawing/2014/main" id="{953644B8-A215-4F37-A0A7-F7C43131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202" y="3018912"/>
            <a:ext cx="88798" cy="82597"/>
          </a:xfrm>
          <a:custGeom xmlns:a="http://schemas.openxmlformats.org/drawingml/2006/main">
            <a:pathLst>
              <a:path w="88798" h="82597">
                <a:moveTo>
                  <a:pt x="88798" y="48138"/>
                </a:moveTo>
                <a:lnTo>
                  <a:pt x="0" y="82597"/>
                </a:lnTo>
                <a:lnTo>
                  <a:pt x="6608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6" name="flow-647">
            <a:extLst xmlns:a="http://schemas.openxmlformats.org/drawingml/2006/main">
              <a:ext uri="{FF2B5EF4-FFF2-40B4-BE49-F238E27FC236}">
                <a16:creationId xmlns:a16="http://schemas.microsoft.com/office/drawing/2014/main" id="{9CCC59D1-9C43-4034-A619-A74826EC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523875" cy="38100"/>
          </a:xfrm>
          <a:custGeom xmlns:a="http://schemas.openxmlformats.org/drawingml/2006/main">
            <a:pathLst>
              <a:path w="523875" h="38100">
                <a:moveTo>
                  <a:pt x="0" y="3810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7" name="arrow-647">
            <a:extLst xmlns:a="http://schemas.openxmlformats.org/drawingml/2006/main">
              <a:ext uri="{FF2B5EF4-FFF2-40B4-BE49-F238E27FC236}">
                <a16:creationId xmlns:a16="http://schemas.microsoft.com/office/drawing/2014/main" id="{CF553FCE-7BF8-4F12-A063-C3C490C4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578" y="2993850"/>
            <a:ext cx="88547" cy="82643"/>
          </a:xfrm>
          <a:custGeom xmlns:a="http://schemas.openxmlformats.org/drawingml/2006/main">
            <a:pathLst>
              <a:path w="88547" h="82643">
                <a:moveTo>
                  <a:pt x="88547" y="35100"/>
                </a:moveTo>
                <a:lnTo>
                  <a:pt x="6010" y="8264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8" name="shape-648">
            <a:extLst xmlns:a="http://schemas.openxmlformats.org/drawingml/2006/main">
              <a:ext uri="{FF2B5EF4-FFF2-40B4-BE49-F238E27FC236}">
                <a16:creationId xmlns:a16="http://schemas.microsoft.com/office/drawing/2014/main" id="{A96A5A69-1B0A-45EF-B90F-21B22CB3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888" y="27813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Sí</a:t>
            </a:r>
          </a:p>
        </p:txBody>
      </p:sp>
      <p:sp>
        <p:nvSpPr>
          <p:cNvPr id="29" name="flow-649">
            <a:extLst xmlns:a="http://schemas.openxmlformats.org/drawingml/2006/main">
              <a:ext uri="{FF2B5EF4-FFF2-40B4-BE49-F238E27FC236}">
                <a16:creationId xmlns:a16="http://schemas.microsoft.com/office/drawing/2014/main" id="{E66BDDB0-789E-4B94-A30C-02D202BD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05175"/>
            <a:ext cx="9525" cy="314325"/>
          </a:xfrm>
          <a:custGeom xmlns:a="http://schemas.openxmlformats.org/drawingml/2006/main">
            <a:pathLst>
              <a:path w="9525" h="314325">
                <a:moveTo>
                  <a:pt x="0" y="0"/>
                </a:moveTo>
                <a:lnTo>
                  <a:pt x="0" y="3143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0" name="arrow-649">
            <a:extLst xmlns:a="http://schemas.openxmlformats.org/drawingml/2006/main">
              <a:ext uri="{FF2B5EF4-FFF2-40B4-BE49-F238E27FC236}">
                <a16:creationId xmlns:a16="http://schemas.microsoft.com/office/drawing/2014/main" id="{8CC48D8E-050E-4E0E-ACF9-EB0A5815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695" y="3533732"/>
            <a:ext cx="82861" cy="85768"/>
          </a:xfrm>
          <a:custGeom xmlns:a="http://schemas.openxmlformats.org/drawingml/2006/main">
            <a:pathLst>
              <a:path w="82861" h="85768">
                <a:moveTo>
                  <a:pt x="41430" y="85768"/>
                </a:moveTo>
                <a:lnTo>
                  <a:pt x="0" y="0"/>
                </a:lnTo>
                <a:lnTo>
                  <a:pt x="82861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31" name="shape-650">
            <a:extLst xmlns:a="http://schemas.openxmlformats.org/drawingml/2006/main">
              <a:ext uri="{FF2B5EF4-FFF2-40B4-BE49-F238E27FC236}">
                <a16:creationId xmlns:a16="http://schemas.microsoft.com/office/drawing/2014/main" id="{1CD2BE4E-8E33-4212-99DC-EB2B70B8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314700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32" name="flow-651">
            <a:extLst xmlns:a="http://schemas.openxmlformats.org/drawingml/2006/main">
              <a:ext uri="{FF2B5EF4-FFF2-40B4-BE49-F238E27FC236}">
                <a16:creationId xmlns:a16="http://schemas.microsoft.com/office/drawing/2014/main" id="{489D3241-C256-49C0-B0DA-09321ED3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33825"/>
            <a:ext cx="762000" cy="9525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3" name="arrow-651">
            <a:extLst xmlns:a="http://schemas.openxmlformats.org/drawingml/2006/main">
              <a:ext uri="{FF2B5EF4-FFF2-40B4-BE49-F238E27FC236}">
                <a16:creationId xmlns:a16="http://schemas.microsoft.com/office/drawing/2014/main" id="{D20AC7ED-BFB7-4366-AC93-7997B04F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982" y="3892395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34" name="flow-652">
            <a:extLst xmlns:a="http://schemas.openxmlformats.org/drawingml/2006/main">
              <a:ext uri="{FF2B5EF4-FFF2-40B4-BE49-F238E27FC236}">
                <a16:creationId xmlns:a16="http://schemas.microsoft.com/office/drawing/2014/main" id="{1DEE1523-2409-4C01-854B-8915231A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28950"/>
            <a:ext cx="1095375" cy="1924050"/>
          </a:xfrm>
          <a:custGeom xmlns:a="http://schemas.openxmlformats.org/drawingml/2006/main">
            <a:pathLst>
              <a:path w="1095375" h="1924050">
                <a:moveTo>
                  <a:pt x="809625" y="0"/>
                </a:moveTo>
                <a:lnTo>
                  <a:pt x="1095375" y="0"/>
                </a:lnTo>
                <a:lnTo>
                  <a:pt x="1095375" y="1638300"/>
                </a:lnTo>
                <a:lnTo>
                  <a:pt x="0" y="1638300"/>
                </a:lnTo>
                <a:lnTo>
                  <a:pt x="0" y="1924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5" name="arrow-652">
            <a:extLst xmlns:a="http://schemas.openxmlformats.org/drawingml/2006/main">
              <a:ext uri="{FF2B5EF4-FFF2-40B4-BE49-F238E27FC236}">
                <a16:creationId xmlns:a16="http://schemas.microsoft.com/office/drawing/2014/main" id="{6A02A4E3-8521-4279-95C8-F5338F3D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320" y="4867232"/>
            <a:ext cx="82861" cy="85768"/>
          </a:xfrm>
          <a:custGeom xmlns:a="http://schemas.openxmlformats.org/drawingml/2006/main">
            <a:pathLst>
              <a:path w="82861" h="85768">
                <a:moveTo>
                  <a:pt x="41430" y="85768"/>
                </a:moveTo>
                <a:lnTo>
                  <a:pt x="0" y="0"/>
                </a:lnTo>
                <a:lnTo>
                  <a:pt x="82861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36" name="flow-653">
            <a:extLst xmlns:a="http://schemas.openxmlformats.org/drawingml/2006/main">
              <a:ext uri="{FF2B5EF4-FFF2-40B4-BE49-F238E27FC236}">
                <a16:creationId xmlns:a16="http://schemas.microsoft.com/office/drawing/2014/main" id="{3E3E4894-E318-457C-AEC8-2D55AB2A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314950"/>
            <a:ext cx="619125" cy="9525"/>
          </a:xfrm>
          <a:custGeom xmlns:a="http://schemas.openxmlformats.org/drawingml/2006/main"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7" name="arrow-653">
            <a:extLst xmlns:a="http://schemas.openxmlformats.org/drawingml/2006/main">
              <a:ext uri="{FF2B5EF4-FFF2-40B4-BE49-F238E27FC236}">
                <a16:creationId xmlns:a16="http://schemas.microsoft.com/office/drawing/2014/main" id="{7E0DEFEA-6531-48DE-AE51-C63A0C75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32" y="5273520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38" name="flow-654">
            <a:extLst xmlns:a="http://schemas.openxmlformats.org/drawingml/2006/main">
              <a:ext uri="{FF2B5EF4-FFF2-40B4-BE49-F238E27FC236}">
                <a16:creationId xmlns:a16="http://schemas.microsoft.com/office/drawing/2014/main" id="{6F98B294-F77B-4DB3-A653-D0026AF5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314950"/>
            <a:ext cx="381000" cy="9525"/>
          </a:xfrm>
          <a:custGeom xmlns:a="http://schemas.openxmlformats.org/drawingml/2006/main"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9" name="arrow-654">
            <a:extLst xmlns:a="http://schemas.openxmlformats.org/drawingml/2006/main">
              <a:ext uri="{FF2B5EF4-FFF2-40B4-BE49-F238E27FC236}">
                <a16:creationId xmlns:a16="http://schemas.microsoft.com/office/drawing/2014/main" id="{48C109D2-9AA8-4021-B917-F9D83B5F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0982" y="5273520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40" name="flow-655">
            <a:extLst xmlns:a="http://schemas.openxmlformats.org/drawingml/2006/main">
              <a:ext uri="{FF2B5EF4-FFF2-40B4-BE49-F238E27FC236}">
                <a16:creationId xmlns:a16="http://schemas.microsoft.com/office/drawing/2014/main" id="{94BF49C7-A74A-485E-AD52-343E8185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314950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41" name="arrow-655">
            <a:extLst xmlns:a="http://schemas.openxmlformats.org/drawingml/2006/main">
              <a:ext uri="{FF2B5EF4-FFF2-40B4-BE49-F238E27FC236}">
                <a16:creationId xmlns:a16="http://schemas.microsoft.com/office/drawing/2014/main" id="{7DC91AB8-C339-4047-9E4B-1EA9ADBC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482" y="5273520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42" name="flow-656">
            <a:extLst xmlns:a="http://schemas.openxmlformats.org/drawingml/2006/main">
              <a:ext uri="{FF2B5EF4-FFF2-40B4-BE49-F238E27FC236}">
                <a16:creationId xmlns:a16="http://schemas.microsoft.com/office/drawing/2014/main" id="{A77FF36C-2BFF-40F3-8865-1439354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2095500"/>
            <a:ext cx="9525" cy="2857500"/>
          </a:xfrm>
          <a:custGeom xmlns:a="http://schemas.openxmlformats.org/drawingml/2006/main">
            <a:pathLst>
              <a:path w="9525" h="2857500">
                <a:moveTo>
                  <a:pt x="0" y="28575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7A8A"/>
            </a:solidFill>
            <a:prstDash val="dash"/>
          </a:ln>
        </p:spPr>
      </p:sp>
      <p:sp>
        <p:nvSpPr>
          <p:cNvPr id="43" name="flow-657">
            <a:extLst xmlns:a="http://schemas.openxmlformats.org/drawingml/2006/main">
              <a:ext uri="{FF2B5EF4-FFF2-40B4-BE49-F238E27FC236}">
                <a16:creationId xmlns:a16="http://schemas.microsoft.com/office/drawing/2014/main" id="{DAC1F142-9A66-4470-804A-562A311B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4945" y="2095500"/>
            <a:ext cx="82861" cy="85768"/>
          </a:xfrm>
          <a:custGeom xmlns:a="http://schemas.openxmlformats.org/drawingml/2006/main">
            <a:pathLst>
              <a:path w="82861" h="85768">
                <a:moveTo>
                  <a:pt x="82861" y="85768"/>
                </a:moveTo>
                <a:lnTo>
                  <a:pt x="41430" y="0"/>
                </a:lnTo>
                <a:lnTo>
                  <a:pt x="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7A8A"/>
            </a:solidFill>
            <a:prstDash val="solid"/>
          </a:ln>
        </p:spPr>
      </p:sp>
      <p:sp>
        <p:nvSpPr>
          <p:cNvPr id="44" name="shape-658">
            <a:extLst xmlns:a="http://schemas.openxmlformats.org/drawingml/2006/main">
              <a:ext uri="{FF2B5EF4-FFF2-40B4-BE49-F238E27FC236}">
                <a16:creationId xmlns:a16="http://schemas.microsoft.com/office/drawing/2014/main" id="{87C75823-B505-43C5-BC16-3592BF56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905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57A8A"/>
            </a:solidFill>
            <a:prstDash val="solid"/>
          </a:ln>
        </p:spPr>
      </p:sp>
      <p:sp>
        <p:nvSpPr>
          <p:cNvPr id="45" name="shape-659">
            <a:extLst xmlns:a="http://schemas.openxmlformats.org/drawingml/2006/main">
              <a:ext uri="{FF2B5EF4-FFF2-40B4-BE49-F238E27FC236}">
                <a16:creationId xmlns:a16="http://schemas.microsoft.com/office/drawing/2014/main" id="{5DE22BC2-8388-4F4F-877B-372AABBD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212407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56979"/>
                </a:solidFill>
                <a:latin typeface="Arial"/>
                <a:ea typeface="Arial"/>
                <a:cs typeface="Arial"/>
              </a:rPr>
              <a:t>Respuesta</a:t>
            </a:r>
          </a:p>
        </p:txBody>
      </p:sp>
      <p:sp>
        <p:nvSpPr>
          <p:cNvPr id="46" name="inicio">
            <a:extLst xmlns:a="http://schemas.openxmlformats.org/drawingml/2006/main">
              <a:ext uri="{FF2B5EF4-FFF2-40B4-BE49-F238E27FC236}">
                <a16:creationId xmlns:a16="http://schemas.microsoft.com/office/drawing/2014/main" id="{29BAB038-7231-46E0-8D4E-A211A916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47" name="shape-660">
            <a:extLst xmlns:a="http://schemas.openxmlformats.org/drawingml/2006/main">
              <a:ext uri="{FF2B5EF4-FFF2-40B4-BE49-F238E27FC236}">
                <a16:creationId xmlns:a16="http://schemas.microsoft.com/office/drawing/2014/main" id="{AA3DC8F0-3D7F-446E-A372-F5012355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6227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382B"/>
            </a:solidFill>
            <a:prstDash val="solid"/>
          </a:ln>
        </p:spPr>
      </p:sp>
      <p:sp>
        <p:nvSpPr>
          <p:cNvPr id="48" name="flow-661">
            <a:extLst xmlns:a="http://schemas.openxmlformats.org/drawingml/2006/main">
              <a:ext uri="{FF2B5EF4-FFF2-40B4-BE49-F238E27FC236}">
                <a16:creationId xmlns:a16="http://schemas.microsoft.com/office/drawing/2014/main" id="{83638DE4-7987-47BC-B0C9-7EE38EE4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62275"/>
            <a:ext cx="190500" cy="80010"/>
          </a:xfrm>
          <a:custGeom xmlns:a="http://schemas.openxmlformats.org/drawingml/2006/main">
            <a:pathLst>
              <a:path w="190500" h="80010">
                <a:moveTo>
                  <a:pt x="0" y="0"/>
                </a:moveTo>
                <a:lnTo>
                  <a:pt x="95250" y="80010"/>
                </a:ln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49" name="shape-662">
            <a:extLst xmlns:a="http://schemas.openxmlformats.org/drawingml/2006/main">
              <a:ext uri="{FF2B5EF4-FFF2-40B4-BE49-F238E27FC236}">
                <a16:creationId xmlns:a16="http://schemas.microsoft.com/office/drawing/2014/main" id="{8F5B2F73-6444-4006-86BD-71256821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76600"/>
            <a:ext cx="1009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Solicitud</a:t>
            </a:r>
          </a:p>
        </p:txBody>
      </p:sp>
      <p:sp>
        <p:nvSpPr>
          <p:cNvPr id="50" name="recibir">
            <a:extLst xmlns:a="http://schemas.openxmlformats.org/drawingml/2006/main">
              <a:ext uri="{FF2B5EF4-FFF2-40B4-BE49-F238E27FC236}">
                <a16:creationId xmlns:a16="http://schemas.microsoft.com/office/drawing/2014/main" id="{FEAB91F4-986C-4A69-ABAF-CC7EFCE7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6700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51" name="flow-663">
            <a:extLst xmlns:a="http://schemas.openxmlformats.org/drawingml/2006/main">
              <a:ext uri="{FF2B5EF4-FFF2-40B4-BE49-F238E27FC236}">
                <a16:creationId xmlns:a16="http://schemas.microsoft.com/office/drawing/2014/main" id="{E87DFE1F-BB98-4682-9F29-794702DA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733675"/>
            <a:ext cx="200025" cy="209550"/>
          </a:xfrm>
          <a:custGeom xmlns:a="http://schemas.openxmlformats.org/drawingml/2006/main">
            <a:pathLst>
              <a:path w="200025" h="209550">
                <a:moveTo>
                  <a:pt x="0" y="114300"/>
                </a:moveTo>
                <a:lnTo>
                  <a:pt x="0" y="66675"/>
                </a:lnTo>
                <a:lnTo>
                  <a:pt x="28575" y="47625"/>
                </a:lnTo>
                <a:lnTo>
                  <a:pt x="47625" y="76200"/>
                </a:lnTo>
                <a:lnTo>
                  <a:pt x="47625" y="9525"/>
                </a:lnTo>
                <a:lnTo>
                  <a:pt x="76200" y="9525"/>
                </a:lnTo>
                <a:lnTo>
                  <a:pt x="76200" y="76200"/>
                </a:lnTo>
                <a:lnTo>
                  <a:pt x="95250" y="0"/>
                </a:lnTo>
                <a:lnTo>
                  <a:pt x="123825" y="9525"/>
                </a:lnTo>
                <a:lnTo>
                  <a:pt x="114300" y="85725"/>
                </a:lnTo>
                <a:lnTo>
                  <a:pt x="142875" y="28575"/>
                </a:lnTo>
                <a:lnTo>
                  <a:pt x="171450" y="38100"/>
                </a:lnTo>
                <a:lnTo>
                  <a:pt x="152400" y="123825"/>
                </a:lnTo>
                <a:lnTo>
                  <a:pt x="180975" y="95250"/>
                </a:lnTo>
                <a:lnTo>
                  <a:pt x="200025" y="114300"/>
                </a:lnTo>
                <a:lnTo>
                  <a:pt x="152400" y="209550"/>
                </a:lnTo>
                <a:lnTo>
                  <a:pt x="57150" y="209550"/>
                </a:ln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52" name="shape-664">
            <a:extLst xmlns:a="http://schemas.openxmlformats.org/drawingml/2006/main">
              <a:ext uri="{FF2B5EF4-FFF2-40B4-BE49-F238E27FC236}">
                <a16:creationId xmlns:a16="http://schemas.microsoft.com/office/drawing/2014/main" id="{D7CD7474-92D5-4A42-AA99-D67A1E7B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14650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Recibir consulta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o incidencia</a:t>
            </a:r>
          </a:p>
        </p:txBody>
      </p:sp>
      <p:sp>
        <p:nvSpPr>
          <p:cNvPr id="53" name="buscar">
            <a:extLst xmlns:a="http://schemas.openxmlformats.org/drawingml/2006/main">
              <a:ext uri="{FF2B5EF4-FFF2-40B4-BE49-F238E27FC236}">
                <a16:creationId xmlns:a16="http://schemas.microsoft.com/office/drawing/2014/main" id="{6976F7DC-AEBF-40AE-9130-70228B5E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54" name="flow-665">
            <a:extLst xmlns:a="http://schemas.openxmlformats.org/drawingml/2006/main">
              <a:ext uri="{FF2B5EF4-FFF2-40B4-BE49-F238E27FC236}">
                <a16:creationId xmlns:a16="http://schemas.microsoft.com/office/drawing/2014/main" id="{24F7AA92-FA91-45BB-BC89-EDD48ED7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733675"/>
            <a:ext cx="200025" cy="209550"/>
          </a:xfrm>
          <a:custGeom xmlns:a="http://schemas.openxmlformats.org/drawingml/2006/main">
            <a:pathLst>
              <a:path w="200025" h="209550">
                <a:moveTo>
                  <a:pt x="0" y="114300"/>
                </a:moveTo>
                <a:lnTo>
                  <a:pt x="0" y="66675"/>
                </a:lnTo>
                <a:lnTo>
                  <a:pt x="28575" y="47625"/>
                </a:lnTo>
                <a:lnTo>
                  <a:pt x="47625" y="76200"/>
                </a:lnTo>
                <a:lnTo>
                  <a:pt x="47625" y="9525"/>
                </a:lnTo>
                <a:lnTo>
                  <a:pt x="76200" y="9525"/>
                </a:lnTo>
                <a:lnTo>
                  <a:pt x="76200" y="76200"/>
                </a:lnTo>
                <a:lnTo>
                  <a:pt x="95250" y="0"/>
                </a:lnTo>
                <a:lnTo>
                  <a:pt x="123825" y="9525"/>
                </a:lnTo>
                <a:lnTo>
                  <a:pt x="114300" y="85725"/>
                </a:lnTo>
                <a:lnTo>
                  <a:pt x="142875" y="28575"/>
                </a:lnTo>
                <a:lnTo>
                  <a:pt x="171450" y="38100"/>
                </a:lnTo>
                <a:lnTo>
                  <a:pt x="152400" y="123825"/>
                </a:lnTo>
                <a:lnTo>
                  <a:pt x="180975" y="95250"/>
                </a:lnTo>
                <a:lnTo>
                  <a:pt x="200025" y="114300"/>
                </a:lnTo>
                <a:lnTo>
                  <a:pt x="152400" y="209550"/>
                </a:lnTo>
                <a:lnTo>
                  <a:pt x="57150" y="209550"/>
                </a:ln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55" name="shape-666">
            <a:extLst xmlns:a="http://schemas.openxmlformats.org/drawingml/2006/main">
              <a:ext uri="{FF2B5EF4-FFF2-40B4-BE49-F238E27FC236}">
                <a16:creationId xmlns:a16="http://schemas.microsoft.com/office/drawing/2014/main" id="{EDE314FD-854D-4473-A102-44E11A07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14650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Buscar pedido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en los registros</a:t>
            </a:r>
          </a:p>
        </p:txBody>
      </p:sp>
      <p:sp>
        <p:nvSpPr>
          <p:cNvPr id="56" name="valido">
            <a:extLst xmlns:a="http://schemas.openxmlformats.org/drawingml/2006/main">
              <a:ext uri="{FF2B5EF4-FFF2-40B4-BE49-F238E27FC236}">
                <a16:creationId xmlns:a16="http://schemas.microsoft.com/office/drawing/2014/main" id="{D13A0328-ECD5-47A0-A103-0CDBC69F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28925"/>
            <a:ext cx="476250" cy="476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57" name="shape-667">
            <a:extLst xmlns:a="http://schemas.openxmlformats.org/drawingml/2006/main">
              <a:ext uri="{FF2B5EF4-FFF2-40B4-BE49-F238E27FC236}">
                <a16:creationId xmlns:a16="http://schemas.microsoft.com/office/drawing/2014/main" id="{386E235B-4896-41F7-98FD-F1A4F1E5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86075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58" name="shape-668">
            <a:extLst xmlns:a="http://schemas.openxmlformats.org/drawingml/2006/main">
              <a:ext uri="{FF2B5EF4-FFF2-40B4-BE49-F238E27FC236}">
                <a16:creationId xmlns:a16="http://schemas.microsoft.com/office/drawing/2014/main" id="{BAE77CA5-6670-410B-AE32-E54849A6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1935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¿Pedido</a:t>
            </a:r>
          </a:p>
          <a:p xmlns:a="http://schemas.openxmlformats.org/drawingml/2006/main">
            <a: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identificado?</a:t>
            </a:r>
          </a:p>
        </p:txBody>
      </p:sp>
      <p:sp>
        <p:nvSpPr>
          <p:cNvPr id="59" name="anotar">
            <a:extLst xmlns:a="http://schemas.openxmlformats.org/drawingml/2006/main">
              <a:ext uri="{FF2B5EF4-FFF2-40B4-BE49-F238E27FC236}">
                <a16:creationId xmlns:a16="http://schemas.microsoft.com/office/drawing/2014/main" id="{F435FD90-A25A-43C1-B502-7F0E0D56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60" name="flow-669">
            <a:extLst xmlns:a="http://schemas.openxmlformats.org/drawingml/2006/main">
              <a:ext uri="{FF2B5EF4-FFF2-40B4-BE49-F238E27FC236}">
                <a16:creationId xmlns:a16="http://schemas.microsoft.com/office/drawing/2014/main" id="{64734CDD-78AE-4E77-ABFE-5B711305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33675"/>
            <a:ext cx="200025" cy="209550"/>
          </a:xfrm>
          <a:custGeom xmlns:a="http://schemas.openxmlformats.org/drawingml/2006/main">
            <a:pathLst>
              <a:path w="200025" h="209550">
                <a:moveTo>
                  <a:pt x="0" y="114300"/>
                </a:moveTo>
                <a:lnTo>
                  <a:pt x="0" y="66675"/>
                </a:lnTo>
                <a:lnTo>
                  <a:pt x="28575" y="47625"/>
                </a:lnTo>
                <a:lnTo>
                  <a:pt x="47625" y="76200"/>
                </a:lnTo>
                <a:lnTo>
                  <a:pt x="47625" y="9525"/>
                </a:lnTo>
                <a:lnTo>
                  <a:pt x="76200" y="9525"/>
                </a:lnTo>
                <a:lnTo>
                  <a:pt x="76200" y="76200"/>
                </a:lnTo>
                <a:lnTo>
                  <a:pt x="95250" y="0"/>
                </a:lnTo>
                <a:lnTo>
                  <a:pt x="123825" y="9525"/>
                </a:lnTo>
                <a:lnTo>
                  <a:pt x="114300" y="85725"/>
                </a:lnTo>
                <a:lnTo>
                  <a:pt x="142875" y="28575"/>
                </a:lnTo>
                <a:lnTo>
                  <a:pt x="171450" y="38100"/>
                </a:lnTo>
                <a:lnTo>
                  <a:pt x="152400" y="123825"/>
                </a:lnTo>
                <a:lnTo>
                  <a:pt x="180975" y="95250"/>
                </a:lnTo>
                <a:lnTo>
                  <a:pt x="200025" y="114300"/>
                </a:lnTo>
                <a:lnTo>
                  <a:pt x="152400" y="209550"/>
                </a:lnTo>
                <a:lnTo>
                  <a:pt x="57150" y="209550"/>
                </a:ln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61" name="shape-670">
            <a:extLst xmlns:a="http://schemas.openxmlformats.org/drawingml/2006/main">
              <a:ext uri="{FF2B5EF4-FFF2-40B4-BE49-F238E27FC236}">
                <a16:creationId xmlns:a16="http://schemas.microsoft.com/office/drawing/2014/main" id="{155A06CF-B831-401F-8290-54AD9135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914650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Anotar caso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y derivarlo</a:t>
            </a:r>
          </a:p>
        </p:txBody>
      </p:sp>
      <p:sp>
        <p:nvSpPr>
          <p:cNvPr id="62" name="error">
            <a:extLst xmlns:a="http://schemas.openxmlformats.org/drawingml/2006/main">
              <a:ext uri="{FF2B5EF4-FFF2-40B4-BE49-F238E27FC236}">
                <a16:creationId xmlns:a16="http://schemas.microsoft.com/office/drawing/2014/main" id="{530B961E-567C-4BC9-9233-EFAA49E3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18097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63" name="flow-671">
            <a:extLst xmlns:a="http://schemas.openxmlformats.org/drawingml/2006/main">
              <a:ext uri="{FF2B5EF4-FFF2-40B4-BE49-F238E27FC236}">
                <a16:creationId xmlns:a16="http://schemas.microsoft.com/office/drawing/2014/main" id="{6139FAB3-1270-44EF-BDE7-13CDD6EE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686175"/>
            <a:ext cx="200025" cy="209550"/>
          </a:xfrm>
          <a:custGeom xmlns:a="http://schemas.openxmlformats.org/drawingml/2006/main">
            <a:pathLst>
              <a:path w="200025" h="209550">
                <a:moveTo>
                  <a:pt x="0" y="114300"/>
                </a:moveTo>
                <a:lnTo>
                  <a:pt x="0" y="66675"/>
                </a:lnTo>
                <a:lnTo>
                  <a:pt x="28575" y="47625"/>
                </a:lnTo>
                <a:lnTo>
                  <a:pt x="47625" y="76200"/>
                </a:lnTo>
                <a:lnTo>
                  <a:pt x="47625" y="9525"/>
                </a:lnTo>
                <a:lnTo>
                  <a:pt x="76200" y="9525"/>
                </a:lnTo>
                <a:lnTo>
                  <a:pt x="76200" y="76200"/>
                </a:lnTo>
                <a:lnTo>
                  <a:pt x="95250" y="0"/>
                </a:lnTo>
                <a:lnTo>
                  <a:pt x="123825" y="9525"/>
                </a:lnTo>
                <a:lnTo>
                  <a:pt x="114300" y="85725"/>
                </a:lnTo>
                <a:lnTo>
                  <a:pt x="142875" y="28575"/>
                </a:lnTo>
                <a:lnTo>
                  <a:pt x="171450" y="38100"/>
                </a:lnTo>
                <a:lnTo>
                  <a:pt x="152400" y="123825"/>
                </a:lnTo>
                <a:lnTo>
                  <a:pt x="180975" y="95250"/>
                </a:lnTo>
                <a:lnTo>
                  <a:pt x="200025" y="114300"/>
                </a:lnTo>
                <a:lnTo>
                  <a:pt x="152400" y="209550"/>
                </a:lnTo>
                <a:lnTo>
                  <a:pt x="57150" y="209550"/>
                </a:ln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64" name="shape-672">
            <a:extLst xmlns:a="http://schemas.openxmlformats.org/drawingml/2006/main">
              <a:ext uri="{FF2B5EF4-FFF2-40B4-BE49-F238E27FC236}">
                <a16:creationId xmlns:a16="http://schemas.microsoft.com/office/drawing/2014/main" id="{D76E0DEF-5B9F-4814-A099-46EC2DEB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1000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Solicitar datos</a:t>
            </a:r>
          </a:p>
          <a:p xmlns:a="http://schemas.openxmlformats.org/drawingml/2006/main">
            <a: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para ubicar pedido</a:t>
            </a:r>
          </a:p>
        </p:txBody>
      </p:sp>
      <p:sp>
        <p:nvSpPr>
          <p:cNvPr id="65" name="sinpedido">
            <a:extLst xmlns:a="http://schemas.openxmlformats.org/drawingml/2006/main">
              <a:ext uri="{FF2B5EF4-FFF2-40B4-BE49-F238E27FC236}">
                <a16:creationId xmlns:a16="http://schemas.microsoft.com/office/drawing/2014/main" id="{113A7F1B-5276-4AEB-A78B-4BB5EFE5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623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4382B"/>
            </a:solidFill>
            <a:prstDash val="solid"/>
          </a:ln>
        </p:spPr>
      </p:sp>
      <p:sp>
        <p:nvSpPr>
          <p:cNvPr id="66" name="shape-673">
            <a:extLst xmlns:a="http://schemas.openxmlformats.org/drawingml/2006/main">
              <a:ext uri="{FF2B5EF4-FFF2-40B4-BE49-F238E27FC236}">
                <a16:creationId xmlns:a16="http://schemas.microsoft.com/office/drawing/2014/main" id="{2CE5F8D2-9DD2-4AD7-80ED-758D8EEF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181475"/>
            <a:ext cx="1009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Pendiente de datos</a:t>
            </a:r>
          </a:p>
        </p:txBody>
      </p:sp>
      <p:sp>
        <p:nvSpPr>
          <p:cNvPr id="67" name="evaluar">
            <a:extLst xmlns:a="http://schemas.openxmlformats.org/drawingml/2006/main">
              <a:ext uri="{FF2B5EF4-FFF2-40B4-BE49-F238E27FC236}">
                <a16:creationId xmlns:a16="http://schemas.microsoft.com/office/drawing/2014/main" id="{C64B1CF6-86A2-430F-B740-D90A7066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95300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68" name="flow-674">
            <a:extLst xmlns:a="http://schemas.openxmlformats.org/drawingml/2006/main">
              <a:ext uri="{FF2B5EF4-FFF2-40B4-BE49-F238E27FC236}">
                <a16:creationId xmlns:a16="http://schemas.microsoft.com/office/drawing/2014/main" id="{A0342808-CC02-4F8E-BBA2-E45D1BA8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19675"/>
            <a:ext cx="200025" cy="209550"/>
          </a:xfrm>
          <a:custGeom xmlns:a="http://schemas.openxmlformats.org/drawingml/2006/main">
            <a:pathLst>
              <a:path w="200025" h="209550">
                <a:moveTo>
                  <a:pt x="0" y="114300"/>
                </a:moveTo>
                <a:lnTo>
                  <a:pt x="0" y="66675"/>
                </a:lnTo>
                <a:lnTo>
                  <a:pt x="28575" y="47625"/>
                </a:lnTo>
                <a:lnTo>
                  <a:pt x="47625" y="76200"/>
                </a:lnTo>
                <a:lnTo>
                  <a:pt x="47625" y="9525"/>
                </a:lnTo>
                <a:lnTo>
                  <a:pt x="76200" y="9525"/>
                </a:lnTo>
                <a:lnTo>
                  <a:pt x="76200" y="76200"/>
                </a:lnTo>
                <a:lnTo>
                  <a:pt x="95250" y="0"/>
                </a:lnTo>
                <a:lnTo>
                  <a:pt x="123825" y="9525"/>
                </a:lnTo>
                <a:lnTo>
                  <a:pt x="114300" y="85725"/>
                </a:lnTo>
                <a:lnTo>
                  <a:pt x="142875" y="28575"/>
                </a:lnTo>
                <a:lnTo>
                  <a:pt x="171450" y="38100"/>
                </a:lnTo>
                <a:lnTo>
                  <a:pt x="152400" y="123825"/>
                </a:lnTo>
                <a:lnTo>
                  <a:pt x="180975" y="95250"/>
                </a:lnTo>
                <a:lnTo>
                  <a:pt x="200025" y="114300"/>
                </a:lnTo>
                <a:lnTo>
                  <a:pt x="152400" y="209550"/>
                </a:lnTo>
                <a:lnTo>
                  <a:pt x="57150" y="209550"/>
                </a:ln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69" name="shape-675">
            <a:extLst xmlns:a="http://schemas.openxmlformats.org/drawingml/2006/main">
              <a:ext uri="{FF2B5EF4-FFF2-40B4-BE49-F238E27FC236}">
                <a16:creationId xmlns:a16="http://schemas.microsoft.com/office/drawing/2014/main" id="{9E19FE97-9A9B-40CA-AA07-9904F422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200650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Evaluar motivo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y antecedentes</a:t>
            </a:r>
          </a:p>
        </p:txBody>
      </p:sp>
      <p:sp>
        <p:nvSpPr>
          <p:cNvPr id="70" name="resolver">
            <a:extLst xmlns:a="http://schemas.openxmlformats.org/drawingml/2006/main">
              <a:ext uri="{FF2B5EF4-FFF2-40B4-BE49-F238E27FC236}">
                <a16:creationId xmlns:a16="http://schemas.microsoft.com/office/drawing/2014/main" id="{73F02C48-B163-4D59-AEA8-F8937CCE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71" name="flow-676">
            <a:extLst xmlns:a="http://schemas.openxmlformats.org/drawingml/2006/main">
              <a:ext uri="{FF2B5EF4-FFF2-40B4-BE49-F238E27FC236}">
                <a16:creationId xmlns:a16="http://schemas.microsoft.com/office/drawing/2014/main" id="{5DED3234-474E-44E2-9BC7-FBAAC527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5019675"/>
            <a:ext cx="200025" cy="209550"/>
          </a:xfrm>
          <a:custGeom xmlns:a="http://schemas.openxmlformats.org/drawingml/2006/main">
            <a:pathLst>
              <a:path w="200025" h="209550">
                <a:moveTo>
                  <a:pt x="0" y="114300"/>
                </a:moveTo>
                <a:lnTo>
                  <a:pt x="0" y="66675"/>
                </a:lnTo>
                <a:lnTo>
                  <a:pt x="28575" y="47625"/>
                </a:lnTo>
                <a:lnTo>
                  <a:pt x="47625" y="76200"/>
                </a:lnTo>
                <a:lnTo>
                  <a:pt x="47625" y="9525"/>
                </a:lnTo>
                <a:lnTo>
                  <a:pt x="76200" y="9525"/>
                </a:lnTo>
                <a:lnTo>
                  <a:pt x="76200" y="76200"/>
                </a:lnTo>
                <a:lnTo>
                  <a:pt x="95250" y="0"/>
                </a:lnTo>
                <a:lnTo>
                  <a:pt x="123825" y="9525"/>
                </a:lnTo>
                <a:lnTo>
                  <a:pt x="114300" y="85725"/>
                </a:lnTo>
                <a:lnTo>
                  <a:pt x="142875" y="28575"/>
                </a:lnTo>
                <a:lnTo>
                  <a:pt x="171450" y="38100"/>
                </a:lnTo>
                <a:lnTo>
                  <a:pt x="152400" y="123825"/>
                </a:lnTo>
                <a:lnTo>
                  <a:pt x="180975" y="95250"/>
                </a:lnTo>
                <a:lnTo>
                  <a:pt x="200025" y="114300"/>
                </a:lnTo>
                <a:lnTo>
                  <a:pt x="152400" y="209550"/>
                </a:lnTo>
                <a:lnTo>
                  <a:pt x="57150" y="209550"/>
                </a:ln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72" name="shape-677">
            <a:extLst xmlns:a="http://schemas.openxmlformats.org/drawingml/2006/main">
              <a:ext uri="{FF2B5EF4-FFF2-40B4-BE49-F238E27FC236}">
                <a16:creationId xmlns:a16="http://schemas.microsoft.com/office/drawing/2014/main" id="{A8044DED-884D-49A9-B260-22D6E599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200650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Acordar respuesta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y realizar atención</a:t>
            </a:r>
          </a:p>
        </p:txBody>
      </p:sp>
      <p:sp>
        <p:nvSpPr>
          <p:cNvPr id="73" name="notificar">
            <a:extLst xmlns:a="http://schemas.openxmlformats.org/drawingml/2006/main">
              <a:ext uri="{FF2B5EF4-FFF2-40B4-BE49-F238E27FC236}">
                <a16:creationId xmlns:a16="http://schemas.microsoft.com/office/drawing/2014/main" id="{5A9C07E8-9262-4549-9716-40145E38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95300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74" name="flow-678">
            <a:extLst xmlns:a="http://schemas.openxmlformats.org/drawingml/2006/main">
              <a:ext uri="{FF2B5EF4-FFF2-40B4-BE49-F238E27FC236}">
                <a16:creationId xmlns:a16="http://schemas.microsoft.com/office/drawing/2014/main" id="{059180AB-B779-419C-AB93-CEB1E36D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1525" y="5019675"/>
            <a:ext cx="200025" cy="209550"/>
          </a:xfrm>
          <a:custGeom xmlns:a="http://schemas.openxmlformats.org/drawingml/2006/main">
            <a:pathLst>
              <a:path w="200025" h="209550">
                <a:moveTo>
                  <a:pt x="0" y="114300"/>
                </a:moveTo>
                <a:lnTo>
                  <a:pt x="0" y="66675"/>
                </a:lnTo>
                <a:lnTo>
                  <a:pt x="28575" y="47625"/>
                </a:lnTo>
                <a:lnTo>
                  <a:pt x="47625" y="76200"/>
                </a:lnTo>
                <a:lnTo>
                  <a:pt x="47625" y="9525"/>
                </a:lnTo>
                <a:lnTo>
                  <a:pt x="76200" y="9525"/>
                </a:lnTo>
                <a:lnTo>
                  <a:pt x="76200" y="76200"/>
                </a:lnTo>
                <a:lnTo>
                  <a:pt x="95250" y="0"/>
                </a:lnTo>
                <a:lnTo>
                  <a:pt x="123825" y="9525"/>
                </a:lnTo>
                <a:lnTo>
                  <a:pt x="114300" y="85725"/>
                </a:lnTo>
                <a:lnTo>
                  <a:pt x="142875" y="28575"/>
                </a:lnTo>
                <a:lnTo>
                  <a:pt x="171450" y="38100"/>
                </a:lnTo>
                <a:lnTo>
                  <a:pt x="152400" y="123825"/>
                </a:lnTo>
                <a:lnTo>
                  <a:pt x="180975" y="95250"/>
                </a:lnTo>
                <a:lnTo>
                  <a:pt x="200025" y="114300"/>
                </a:lnTo>
                <a:lnTo>
                  <a:pt x="152400" y="209550"/>
                </a:lnTo>
                <a:lnTo>
                  <a:pt x="57150" y="209550"/>
                </a:ln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75" name="shape-679">
            <a:extLst xmlns:a="http://schemas.openxmlformats.org/drawingml/2006/main">
              <a:ext uri="{FF2B5EF4-FFF2-40B4-BE49-F238E27FC236}">
                <a16:creationId xmlns:a16="http://schemas.microsoft.com/office/drawing/2014/main" id="{53C68E72-AC5D-4780-BB79-3F0B543A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200650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Responder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y anotar cierre</a:t>
            </a:r>
          </a:p>
        </p:txBody>
      </p:sp>
      <p:sp>
        <p:nvSpPr>
          <p:cNvPr id="76" name="fin">
            <a:extLst xmlns:a="http://schemas.openxmlformats.org/drawingml/2006/main">
              <a:ext uri="{FF2B5EF4-FFF2-40B4-BE49-F238E27FC236}">
                <a16:creationId xmlns:a16="http://schemas.microsoft.com/office/drawing/2014/main" id="{7B6FDE7E-4669-4DC6-AED5-4431FC7A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143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4382B"/>
            </a:solidFill>
            <a:prstDash val="solid"/>
          </a:ln>
        </p:spPr>
      </p:sp>
      <p:sp>
        <p:nvSpPr>
          <p:cNvPr id="77" name="shape-680">
            <a:extLst xmlns:a="http://schemas.openxmlformats.org/drawingml/2006/main">
              <a:ext uri="{FF2B5EF4-FFF2-40B4-BE49-F238E27FC236}">
                <a16:creationId xmlns:a16="http://schemas.microsoft.com/office/drawing/2014/main" id="{234134FC-2A88-438A-B867-49B124F2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5562600"/>
            <a:ext cx="1009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Atención concluida</a:t>
            </a:r>
          </a:p>
        </p:txBody>
      </p:sp>
      <p:sp>
        <p:nvSpPr>
          <p:cNvPr id="78" name="shape-681">
            <a:extLst xmlns:a="http://schemas.openxmlformats.org/drawingml/2006/main">
              <a:ext uri="{FF2B5EF4-FFF2-40B4-BE49-F238E27FC236}">
                <a16:creationId xmlns:a16="http://schemas.microsoft.com/office/drawing/2014/main" id="{F00A0B29-4FF5-448E-B2CE-856392D1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5807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Inicio / fin     Tarea manual o de usuario     Tarea de servicio     X Decisión exclusiva</a:t>
            </a:r>
          </a:p>
        </p:txBody>
      </p:sp>
      <p:sp>
        <p:nvSpPr>
          <p:cNvPr id="79" name="shape-682">
            <a:extLst xmlns:a="http://schemas.openxmlformats.org/drawingml/2006/main">
              <a:ext uri="{FF2B5EF4-FFF2-40B4-BE49-F238E27FC236}">
                <a16:creationId xmlns:a16="http://schemas.microsoft.com/office/drawing/2014/main" id="{B1C94FA4-FAE9-4D11-B89F-7FBFB645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78192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Flujo continuo dentro del participante. Mensajes discontinuos entre participantes. Modelo de diseño.</a:t>
            </a:r>
          </a:p>
        </p:txBody>
      </p:sp>
    </p:spTree>
    <p:extLst>
      <p:ext uri="{BB962C8B-B14F-4D97-AF65-F5344CB8AC3E}">
        <p14:creationId xmlns:p14="http://schemas.microsoft.com/office/powerpoint/2010/main" val="126216399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shape-683">
            <a:extLst xmlns:a="http://schemas.openxmlformats.org/drawingml/2006/main">
              <a:ext uri="{FF2B5EF4-FFF2-40B4-BE49-F238E27FC236}">
                <a16:creationId xmlns:a16="http://schemas.microsoft.com/office/drawing/2014/main" id="{F5A1C5F2-3C21-4D86-AB2A-04CC26F8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CAPÍTULO 3  /  BPMN 2.0</a:t>
            </a:r>
          </a:p>
        </p:txBody>
      </p:sp>
      <p:sp>
        <p:nvSpPr>
          <p:cNvPr id="2" name="shape-684">
            <a:extLst xmlns:a="http://schemas.openxmlformats.org/drawingml/2006/main">
              <a:ext uri="{FF2B5EF4-FFF2-40B4-BE49-F238E27FC236}">
                <a16:creationId xmlns:a16="http://schemas.microsoft.com/office/drawing/2014/main" id="{03E5B706-DF1C-48C5-B131-E8BD20E9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14E35"/>
                </a:solidFill>
                <a:latin typeface="Georgia"/>
                <a:ea typeface="Georgia"/>
                <a:cs typeface="Georgia"/>
              </a:rPr>
              <a:t>Atención postventa TO-BE</a:t>
            </a:r>
          </a:p>
        </p:txBody>
      </p:sp>
      <p:sp>
        <p:nvSpPr>
          <p:cNvPr id="3" name="shape-685">
            <a:extLst xmlns:a="http://schemas.openxmlformats.org/drawingml/2006/main">
              <a:ext uri="{FF2B5EF4-FFF2-40B4-BE49-F238E27FC236}">
                <a16:creationId xmlns:a16="http://schemas.microsoft.com/office/drawing/2014/main" id="{7CA859F6-4AE1-4E08-BA8F-88C0DAFA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5340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Alma Floral  ·  Herramientas de Desarrollo</a:t>
            </a:r>
          </a:p>
        </p:txBody>
      </p:sp>
      <p:sp>
        <p:nvSpPr>
          <p:cNvPr id="4" name="shape-686">
            <a:extLst xmlns:a="http://schemas.openxmlformats.org/drawingml/2006/main">
              <a:ext uri="{FF2B5EF4-FFF2-40B4-BE49-F238E27FC236}">
                <a16:creationId xmlns:a16="http://schemas.microsoft.com/office/drawing/2014/main" id="{4BCEAA39-622B-4883-87FC-DE28BCEA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153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shape-687">
            <a:extLst xmlns:a="http://schemas.openxmlformats.org/drawingml/2006/main">
              <a:ext uri="{FF2B5EF4-FFF2-40B4-BE49-F238E27FC236}">
                <a16:creationId xmlns:a16="http://schemas.microsoft.com/office/drawing/2014/main" id="{DAF9C6ED-1807-40AE-B241-F7B4DB92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438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CA294"/>
            </a:solidFill>
            <a:prstDash val="solid"/>
          </a:ln>
        </p:spPr>
      </p:sp>
      <p:sp>
        <p:nvSpPr>
          <p:cNvPr id="6" name="shape-688">
            <a:extLst xmlns:a="http://schemas.openxmlformats.org/drawingml/2006/main">
              <a:ext uri="{FF2B5EF4-FFF2-40B4-BE49-F238E27FC236}">
                <a16:creationId xmlns:a16="http://schemas.microsoft.com/office/drawing/2014/main" id="{20DD0616-A5EC-4C78-B521-899C1C0E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CLIENTE</a:t>
            </a:r>
          </a:p>
        </p:txBody>
      </p:sp>
      <p:sp>
        <p:nvSpPr>
          <p:cNvPr id="7" name="shape-689">
            <a:extLst xmlns:a="http://schemas.openxmlformats.org/drawingml/2006/main">
              <a:ext uri="{FF2B5EF4-FFF2-40B4-BE49-F238E27FC236}">
                <a16:creationId xmlns:a16="http://schemas.microsoft.com/office/drawing/2014/main" id="{9924FA8B-FAE4-4ED1-BB87-80C447AF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6002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Participante externo</a:t>
            </a:r>
          </a:p>
        </p:txBody>
      </p:sp>
      <p:sp>
        <p:nvSpPr>
          <p:cNvPr id="8" name="shape-690">
            <a:extLst xmlns:a="http://schemas.openxmlformats.org/drawingml/2006/main">
              <a:ext uri="{FF2B5EF4-FFF2-40B4-BE49-F238E27FC236}">
                <a16:creationId xmlns:a16="http://schemas.microsoft.com/office/drawing/2014/main" id="{A5596C9E-4EA7-437A-B86A-046E1B33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81250"/>
            <a:ext cx="143827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CA294"/>
            </a:solidFill>
            <a:prstDash val="solid"/>
          </a:ln>
        </p:spPr>
      </p:sp>
      <p:sp>
        <p:nvSpPr>
          <p:cNvPr id="9" name="shape-691">
            <a:extLst xmlns:a="http://schemas.openxmlformats.org/drawingml/2006/main">
              <a:ext uri="{FF2B5EF4-FFF2-40B4-BE49-F238E27FC236}">
                <a16:creationId xmlns:a16="http://schemas.microsoft.com/office/drawing/2014/main" id="{1F6360D4-7C86-4C74-A6A4-5E7E807F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526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ALMA FLORAL</a:t>
            </a:r>
          </a:p>
        </p:txBody>
      </p:sp>
      <p:sp>
        <p:nvSpPr>
          <p:cNvPr id="10" name="shape-692">
            <a:extLst xmlns:a="http://schemas.openxmlformats.org/drawingml/2006/main">
              <a:ext uri="{FF2B5EF4-FFF2-40B4-BE49-F238E27FC236}">
                <a16:creationId xmlns:a16="http://schemas.microsoft.com/office/drawing/2014/main" id="{C91791B8-F73F-4AAF-AB35-9558D20D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40493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11" name="shape-693">
            <a:extLst xmlns:a="http://schemas.openxmlformats.org/drawingml/2006/main">
              <a:ext uri="{FF2B5EF4-FFF2-40B4-BE49-F238E27FC236}">
                <a16:creationId xmlns:a16="http://schemas.microsoft.com/office/drawing/2014/main" id="{CB4D1F1A-325F-48BF-A2D2-936A910E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953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0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12" name="shape-694">
            <a:extLst xmlns:a="http://schemas.openxmlformats.org/drawingml/2006/main">
              <a:ext uri="{FF2B5EF4-FFF2-40B4-BE49-F238E27FC236}">
                <a16:creationId xmlns:a16="http://schemas.microsoft.com/office/drawing/2014/main" id="{CF05D62A-63C6-4944-AEDE-7C8ECC95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38500"/>
            <a:ext cx="1000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Sistema web</a:t>
            </a:r>
          </a:p>
        </p:txBody>
      </p:sp>
      <p:sp>
        <p:nvSpPr>
          <p:cNvPr id="13" name="shape-695">
            <a:extLst xmlns:a="http://schemas.openxmlformats.org/drawingml/2006/main">
              <a:ext uri="{FF2B5EF4-FFF2-40B4-BE49-F238E27FC236}">
                <a16:creationId xmlns:a16="http://schemas.microsoft.com/office/drawing/2014/main" id="{39136E6B-ECF2-47D7-B73D-8BF8DD5E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40493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14" name="shape-696">
            <a:extLst xmlns:a="http://schemas.openxmlformats.org/drawingml/2006/main">
              <a:ext uri="{FF2B5EF4-FFF2-40B4-BE49-F238E27FC236}">
                <a16:creationId xmlns:a16="http://schemas.microsoft.com/office/drawing/2014/main" id="{AAD9B21E-1C9A-4972-8D8D-5A38499E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953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0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15" name="shape-697">
            <a:extLst xmlns:a="http://schemas.openxmlformats.org/drawingml/2006/main">
              <a:ext uri="{FF2B5EF4-FFF2-40B4-BE49-F238E27FC236}">
                <a16:creationId xmlns:a16="http://schemas.microsoft.com/office/drawing/2014/main" id="{CC8E6C47-A05F-477E-A3A9-3A8F106E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72125"/>
            <a:ext cx="1000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Admin.</a:t>
            </a:r>
          </a:p>
        </p:txBody>
      </p:sp>
      <p:sp>
        <p:nvSpPr>
          <p:cNvPr id="16" name="flow-698">
            <a:extLst xmlns:a="http://schemas.openxmlformats.org/drawingml/2006/main">
              <a:ext uri="{FF2B5EF4-FFF2-40B4-BE49-F238E27FC236}">
                <a16:creationId xmlns:a16="http://schemas.microsoft.com/office/drawing/2014/main" id="{4E59FB05-EB38-4DAB-BFD0-015585C1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95500"/>
            <a:ext cx="9525" cy="762000"/>
          </a:xfrm>
          <a:custGeom xmlns:a="http://schemas.openxmlformats.org/drawingml/2006/main">
            <a:pathLst>
              <a:path w="9525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7A8A"/>
            </a:solidFill>
            <a:prstDash val="dash"/>
          </a:ln>
        </p:spPr>
      </p:sp>
      <p:sp>
        <p:nvSpPr>
          <p:cNvPr id="17" name="flow-699">
            <a:extLst xmlns:a="http://schemas.openxmlformats.org/drawingml/2006/main">
              <a:ext uri="{FF2B5EF4-FFF2-40B4-BE49-F238E27FC236}">
                <a16:creationId xmlns:a16="http://schemas.microsoft.com/office/drawing/2014/main" id="{55EFFCE1-33DC-43D1-8225-51F4E5A6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270" y="2771732"/>
            <a:ext cx="82861" cy="85768"/>
          </a:xfrm>
          <a:custGeom xmlns:a="http://schemas.openxmlformats.org/drawingml/2006/main">
            <a:pathLst>
              <a:path w="82861" h="85768">
                <a:moveTo>
                  <a:pt x="0" y="0"/>
                </a:moveTo>
                <a:lnTo>
                  <a:pt x="41430" y="85768"/>
                </a:lnTo>
                <a:lnTo>
                  <a:pt x="828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7A8A"/>
            </a:solidFill>
            <a:prstDash val="solid"/>
          </a:ln>
        </p:spPr>
      </p:sp>
      <p:sp>
        <p:nvSpPr>
          <p:cNvPr id="18" name="shape-700">
            <a:extLst xmlns:a="http://schemas.openxmlformats.org/drawingml/2006/main">
              <a:ext uri="{FF2B5EF4-FFF2-40B4-BE49-F238E27FC236}">
                <a16:creationId xmlns:a16="http://schemas.microsoft.com/office/drawing/2014/main" id="{28C140A2-BA78-4C12-A599-86F7FE68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57A8A"/>
            </a:solidFill>
            <a:prstDash val="solid"/>
          </a:ln>
        </p:spPr>
      </p:sp>
      <p:sp>
        <p:nvSpPr>
          <p:cNvPr id="19" name="shape-701">
            <a:extLst xmlns:a="http://schemas.openxmlformats.org/drawingml/2006/main">
              <a:ext uri="{FF2B5EF4-FFF2-40B4-BE49-F238E27FC236}">
                <a16:creationId xmlns:a16="http://schemas.microsoft.com/office/drawing/2014/main" id="{116C2AF9-FC6D-46B9-90A6-B246AC8B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240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56979"/>
                </a:solidFill>
                <a:latin typeface="Arial"/>
                <a:ea typeface="Arial"/>
                <a:cs typeface="Arial"/>
              </a:rPr>
              <a:t>Formulario postventa</a:t>
            </a:r>
          </a:p>
        </p:txBody>
      </p:sp>
      <p:sp>
        <p:nvSpPr>
          <p:cNvPr id="20" name="flow-702">
            <a:extLst xmlns:a="http://schemas.openxmlformats.org/drawingml/2006/main">
              <a:ext uri="{FF2B5EF4-FFF2-40B4-BE49-F238E27FC236}">
                <a16:creationId xmlns:a16="http://schemas.microsoft.com/office/drawing/2014/main" id="{3B00C0A9-F8F1-4118-A7A7-64134EED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28950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1" name="arrow-702">
            <a:extLst xmlns:a="http://schemas.openxmlformats.org/drawingml/2006/main">
              <a:ext uri="{FF2B5EF4-FFF2-40B4-BE49-F238E27FC236}">
                <a16:creationId xmlns:a16="http://schemas.microsoft.com/office/drawing/2014/main" id="{075AC4D9-6344-46C1-875E-9969CCC6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482" y="2987520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2" name="flow-703">
            <a:extLst xmlns:a="http://schemas.openxmlformats.org/drawingml/2006/main">
              <a:ext uri="{FF2B5EF4-FFF2-40B4-BE49-F238E27FC236}">
                <a16:creationId xmlns:a16="http://schemas.microsoft.com/office/drawing/2014/main" id="{925D4A73-A15B-445A-85FD-FB54D306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28950"/>
            <a:ext cx="381000" cy="9525"/>
          </a:xfrm>
          <a:custGeom xmlns:a="http://schemas.openxmlformats.org/drawingml/2006/main"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3" name="arrow-703">
            <a:extLst xmlns:a="http://schemas.openxmlformats.org/drawingml/2006/main">
              <a:ext uri="{FF2B5EF4-FFF2-40B4-BE49-F238E27FC236}">
                <a16:creationId xmlns:a16="http://schemas.microsoft.com/office/drawing/2014/main" id="{D41500BD-DC25-4A64-A91A-25D1BEC3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32" y="2987520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4" name="flow-704">
            <a:extLst xmlns:a="http://schemas.openxmlformats.org/drawingml/2006/main">
              <a:ext uri="{FF2B5EF4-FFF2-40B4-BE49-F238E27FC236}">
                <a16:creationId xmlns:a16="http://schemas.microsoft.com/office/drawing/2014/main" id="{1DA5BC1D-EE68-4EB3-972B-9C8F3819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28950"/>
            <a:ext cx="476250" cy="38100"/>
          </a:xfrm>
          <a:custGeom xmlns:a="http://schemas.openxmlformats.org/drawingml/2006/main">
            <a:pathLst>
              <a:path w="476250" h="38100">
                <a:moveTo>
                  <a:pt x="0" y="0"/>
                </a:moveTo>
                <a:lnTo>
                  <a:pt x="47625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5" name="arrow-704">
            <a:extLst xmlns:a="http://schemas.openxmlformats.org/drawingml/2006/main">
              <a:ext uri="{FF2B5EF4-FFF2-40B4-BE49-F238E27FC236}">
                <a16:creationId xmlns:a16="http://schemas.microsoft.com/office/drawing/2014/main" id="{8B85AC16-81A1-4F27-9329-D83E52BC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202" y="3018912"/>
            <a:ext cx="88798" cy="82597"/>
          </a:xfrm>
          <a:custGeom xmlns:a="http://schemas.openxmlformats.org/drawingml/2006/main">
            <a:pathLst>
              <a:path w="88798" h="82597">
                <a:moveTo>
                  <a:pt x="88798" y="48138"/>
                </a:moveTo>
                <a:lnTo>
                  <a:pt x="0" y="82597"/>
                </a:lnTo>
                <a:lnTo>
                  <a:pt x="6608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6" name="flow-705">
            <a:extLst xmlns:a="http://schemas.openxmlformats.org/drawingml/2006/main">
              <a:ext uri="{FF2B5EF4-FFF2-40B4-BE49-F238E27FC236}">
                <a16:creationId xmlns:a16="http://schemas.microsoft.com/office/drawing/2014/main" id="{89350698-5661-4E62-BEB0-A234E012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523875" cy="38100"/>
          </a:xfrm>
          <a:custGeom xmlns:a="http://schemas.openxmlformats.org/drawingml/2006/main">
            <a:pathLst>
              <a:path w="523875" h="38100">
                <a:moveTo>
                  <a:pt x="0" y="3810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7" name="arrow-705">
            <a:extLst xmlns:a="http://schemas.openxmlformats.org/drawingml/2006/main">
              <a:ext uri="{FF2B5EF4-FFF2-40B4-BE49-F238E27FC236}">
                <a16:creationId xmlns:a16="http://schemas.microsoft.com/office/drawing/2014/main" id="{E39B8295-1545-422D-AE38-50AA1A5E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578" y="2993850"/>
            <a:ext cx="88547" cy="82643"/>
          </a:xfrm>
          <a:custGeom xmlns:a="http://schemas.openxmlformats.org/drawingml/2006/main">
            <a:pathLst>
              <a:path w="88547" h="82643">
                <a:moveTo>
                  <a:pt x="88547" y="35100"/>
                </a:moveTo>
                <a:lnTo>
                  <a:pt x="6010" y="8264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8" name="shape-706">
            <a:extLst xmlns:a="http://schemas.openxmlformats.org/drawingml/2006/main">
              <a:ext uri="{FF2B5EF4-FFF2-40B4-BE49-F238E27FC236}">
                <a16:creationId xmlns:a16="http://schemas.microsoft.com/office/drawing/2014/main" id="{CAB0337B-3EAC-4F12-A067-D91E65E2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888" y="27813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Sí</a:t>
            </a:r>
          </a:p>
        </p:txBody>
      </p:sp>
      <p:sp>
        <p:nvSpPr>
          <p:cNvPr id="29" name="flow-707">
            <a:extLst xmlns:a="http://schemas.openxmlformats.org/drawingml/2006/main">
              <a:ext uri="{FF2B5EF4-FFF2-40B4-BE49-F238E27FC236}">
                <a16:creationId xmlns:a16="http://schemas.microsoft.com/office/drawing/2014/main" id="{263AB073-E5BF-41D7-8FB6-70D07AA3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05175"/>
            <a:ext cx="9525" cy="314325"/>
          </a:xfrm>
          <a:custGeom xmlns:a="http://schemas.openxmlformats.org/drawingml/2006/main">
            <a:pathLst>
              <a:path w="9525" h="314325">
                <a:moveTo>
                  <a:pt x="0" y="0"/>
                </a:moveTo>
                <a:lnTo>
                  <a:pt x="0" y="3143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0" name="arrow-707">
            <a:extLst xmlns:a="http://schemas.openxmlformats.org/drawingml/2006/main">
              <a:ext uri="{FF2B5EF4-FFF2-40B4-BE49-F238E27FC236}">
                <a16:creationId xmlns:a16="http://schemas.microsoft.com/office/drawing/2014/main" id="{6A73D70C-5F01-4268-9643-94AE1C67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695" y="3533732"/>
            <a:ext cx="82861" cy="85768"/>
          </a:xfrm>
          <a:custGeom xmlns:a="http://schemas.openxmlformats.org/drawingml/2006/main">
            <a:pathLst>
              <a:path w="82861" h="85768">
                <a:moveTo>
                  <a:pt x="41430" y="85768"/>
                </a:moveTo>
                <a:lnTo>
                  <a:pt x="0" y="0"/>
                </a:lnTo>
                <a:lnTo>
                  <a:pt x="82861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31" name="shape-708">
            <a:extLst xmlns:a="http://schemas.openxmlformats.org/drawingml/2006/main">
              <a:ext uri="{FF2B5EF4-FFF2-40B4-BE49-F238E27FC236}">
                <a16:creationId xmlns:a16="http://schemas.microsoft.com/office/drawing/2014/main" id="{E7D79012-EE28-4AB8-B633-CD990755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314700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32" name="flow-709">
            <a:extLst xmlns:a="http://schemas.openxmlformats.org/drawingml/2006/main">
              <a:ext uri="{FF2B5EF4-FFF2-40B4-BE49-F238E27FC236}">
                <a16:creationId xmlns:a16="http://schemas.microsoft.com/office/drawing/2014/main" id="{262C10CE-1D67-4117-9F98-9405A44D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33825"/>
            <a:ext cx="762000" cy="9525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3" name="arrow-709">
            <a:extLst xmlns:a="http://schemas.openxmlformats.org/drawingml/2006/main">
              <a:ext uri="{FF2B5EF4-FFF2-40B4-BE49-F238E27FC236}">
                <a16:creationId xmlns:a16="http://schemas.microsoft.com/office/drawing/2014/main" id="{42816FD3-D0A9-4E91-8101-6712D991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982" y="3892395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34" name="flow-710">
            <a:extLst xmlns:a="http://schemas.openxmlformats.org/drawingml/2006/main">
              <a:ext uri="{FF2B5EF4-FFF2-40B4-BE49-F238E27FC236}">
                <a16:creationId xmlns:a16="http://schemas.microsoft.com/office/drawing/2014/main" id="{7AA6CEFF-2E37-47A1-8DF5-5CE29014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28950"/>
            <a:ext cx="1095375" cy="1924050"/>
          </a:xfrm>
          <a:custGeom xmlns:a="http://schemas.openxmlformats.org/drawingml/2006/main">
            <a:pathLst>
              <a:path w="1095375" h="1924050">
                <a:moveTo>
                  <a:pt x="809625" y="0"/>
                </a:moveTo>
                <a:lnTo>
                  <a:pt x="1095375" y="0"/>
                </a:lnTo>
                <a:lnTo>
                  <a:pt x="1095375" y="1638300"/>
                </a:lnTo>
                <a:lnTo>
                  <a:pt x="0" y="1638300"/>
                </a:lnTo>
                <a:lnTo>
                  <a:pt x="0" y="1924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5" name="arrow-710">
            <a:extLst xmlns:a="http://schemas.openxmlformats.org/drawingml/2006/main">
              <a:ext uri="{FF2B5EF4-FFF2-40B4-BE49-F238E27FC236}">
                <a16:creationId xmlns:a16="http://schemas.microsoft.com/office/drawing/2014/main" id="{239417E4-E71D-4867-B5FB-735C95BA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320" y="4867232"/>
            <a:ext cx="82861" cy="85768"/>
          </a:xfrm>
          <a:custGeom xmlns:a="http://schemas.openxmlformats.org/drawingml/2006/main">
            <a:pathLst>
              <a:path w="82861" h="85768">
                <a:moveTo>
                  <a:pt x="41430" y="85768"/>
                </a:moveTo>
                <a:lnTo>
                  <a:pt x="0" y="0"/>
                </a:lnTo>
                <a:lnTo>
                  <a:pt x="82861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36" name="flow-711">
            <a:extLst xmlns:a="http://schemas.openxmlformats.org/drawingml/2006/main">
              <a:ext uri="{FF2B5EF4-FFF2-40B4-BE49-F238E27FC236}">
                <a16:creationId xmlns:a16="http://schemas.microsoft.com/office/drawing/2014/main" id="{C0F0B8B0-266F-4A66-84E6-9D5BCDFA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314950"/>
            <a:ext cx="619125" cy="9525"/>
          </a:xfrm>
          <a:custGeom xmlns:a="http://schemas.openxmlformats.org/drawingml/2006/main"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7" name="arrow-711">
            <a:extLst xmlns:a="http://schemas.openxmlformats.org/drawingml/2006/main">
              <a:ext uri="{FF2B5EF4-FFF2-40B4-BE49-F238E27FC236}">
                <a16:creationId xmlns:a16="http://schemas.microsoft.com/office/drawing/2014/main" id="{21620008-72DC-48A1-8018-AB385BC9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32" y="5273520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38" name="flow-712">
            <a:extLst xmlns:a="http://schemas.openxmlformats.org/drawingml/2006/main">
              <a:ext uri="{FF2B5EF4-FFF2-40B4-BE49-F238E27FC236}">
                <a16:creationId xmlns:a16="http://schemas.microsoft.com/office/drawing/2014/main" id="{224666BD-F964-4D83-94E1-6F56C9EB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390900"/>
            <a:ext cx="1190625" cy="1924050"/>
          </a:xfrm>
          <a:custGeom xmlns:a="http://schemas.openxmlformats.org/drawingml/2006/main">
            <a:pathLst>
              <a:path w="1190625" h="1924050">
                <a:moveTo>
                  <a:pt x="0" y="1924050"/>
                </a:moveTo>
                <a:lnTo>
                  <a:pt x="1190625" y="1924050"/>
                </a:lnTo>
                <a:lnTo>
                  <a:pt x="1190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9" name="arrow-712">
            <a:extLst xmlns:a="http://schemas.openxmlformats.org/drawingml/2006/main">
              <a:ext uri="{FF2B5EF4-FFF2-40B4-BE49-F238E27FC236}">
                <a16:creationId xmlns:a16="http://schemas.microsoft.com/office/drawing/2014/main" id="{E64BA301-4A2E-4929-B916-457FCD73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4945" y="3390900"/>
            <a:ext cx="82861" cy="85768"/>
          </a:xfrm>
          <a:custGeom xmlns:a="http://schemas.openxmlformats.org/drawingml/2006/main">
            <a:pathLst>
              <a:path w="82861" h="85768">
                <a:moveTo>
                  <a:pt x="41430" y="0"/>
                </a:moveTo>
                <a:lnTo>
                  <a:pt x="82861" y="85768"/>
                </a:lnTo>
                <a:lnTo>
                  <a:pt x="0" y="85768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40" name="flow-713">
            <a:extLst xmlns:a="http://schemas.openxmlformats.org/drawingml/2006/main">
              <a:ext uri="{FF2B5EF4-FFF2-40B4-BE49-F238E27FC236}">
                <a16:creationId xmlns:a16="http://schemas.microsoft.com/office/drawing/2014/main" id="{787C0CAC-8B73-4F9C-93BE-FCDF9BAC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028950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41" name="arrow-713">
            <a:extLst xmlns:a="http://schemas.openxmlformats.org/drawingml/2006/main">
              <a:ext uri="{FF2B5EF4-FFF2-40B4-BE49-F238E27FC236}">
                <a16:creationId xmlns:a16="http://schemas.microsoft.com/office/drawing/2014/main" id="{3DBEF647-249A-4FBB-A52C-BCBE8375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482" y="2987520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42" name="flow-714">
            <a:extLst xmlns:a="http://schemas.openxmlformats.org/drawingml/2006/main">
              <a:ext uri="{FF2B5EF4-FFF2-40B4-BE49-F238E27FC236}">
                <a16:creationId xmlns:a16="http://schemas.microsoft.com/office/drawing/2014/main" id="{8B59DECF-1B47-4981-858E-A0C2A978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2095500"/>
            <a:ext cx="9525" cy="571500"/>
          </a:xfrm>
          <a:custGeom xmlns:a="http://schemas.openxmlformats.org/drawingml/2006/main">
            <a:pathLst>
              <a:path w="9525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7A8A"/>
            </a:solidFill>
            <a:prstDash val="dash"/>
          </a:ln>
        </p:spPr>
      </p:sp>
      <p:sp>
        <p:nvSpPr>
          <p:cNvPr id="43" name="flow-715">
            <a:extLst xmlns:a="http://schemas.openxmlformats.org/drawingml/2006/main">
              <a:ext uri="{FF2B5EF4-FFF2-40B4-BE49-F238E27FC236}">
                <a16:creationId xmlns:a16="http://schemas.microsoft.com/office/drawing/2014/main" id="{E3DB33A6-51D7-4358-ADC0-99384304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4945" y="2095500"/>
            <a:ext cx="82861" cy="85768"/>
          </a:xfrm>
          <a:custGeom xmlns:a="http://schemas.openxmlformats.org/drawingml/2006/main">
            <a:pathLst>
              <a:path w="82861" h="85768">
                <a:moveTo>
                  <a:pt x="82861" y="85768"/>
                </a:moveTo>
                <a:lnTo>
                  <a:pt x="41430" y="0"/>
                </a:lnTo>
                <a:lnTo>
                  <a:pt x="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7A8A"/>
            </a:solidFill>
            <a:prstDash val="solid"/>
          </a:ln>
        </p:spPr>
      </p:sp>
      <p:sp>
        <p:nvSpPr>
          <p:cNvPr id="44" name="shape-716">
            <a:extLst xmlns:a="http://schemas.openxmlformats.org/drawingml/2006/main">
              <a:ext uri="{FF2B5EF4-FFF2-40B4-BE49-F238E27FC236}">
                <a16:creationId xmlns:a16="http://schemas.microsoft.com/office/drawing/2014/main" id="{52E37285-BDCB-4E9F-9A7A-DFE48AF5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19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57A8A"/>
            </a:solidFill>
            <a:prstDash val="solid"/>
          </a:ln>
        </p:spPr>
      </p:sp>
      <p:sp>
        <p:nvSpPr>
          <p:cNvPr id="45" name="shape-717">
            <a:extLst xmlns:a="http://schemas.openxmlformats.org/drawingml/2006/main">
              <a:ext uri="{FF2B5EF4-FFF2-40B4-BE49-F238E27FC236}">
                <a16:creationId xmlns:a16="http://schemas.microsoft.com/office/drawing/2014/main" id="{33B29E64-461E-41F2-AA88-F9B767D5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212407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569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56979"/>
                </a:solidFill>
                <a:latin typeface="Arial"/>
                <a:ea typeface="Arial"/>
                <a:cs typeface="Arial"/>
              </a:rPr>
              <a:t>Respuesta y cierre</a:t>
            </a:r>
          </a:p>
        </p:txBody>
      </p:sp>
      <p:sp>
        <p:nvSpPr>
          <p:cNvPr id="46" name="inicio">
            <a:extLst xmlns:a="http://schemas.openxmlformats.org/drawingml/2006/main">
              <a:ext uri="{FF2B5EF4-FFF2-40B4-BE49-F238E27FC236}">
                <a16:creationId xmlns:a16="http://schemas.microsoft.com/office/drawing/2014/main" id="{27C7DFB1-8EA8-42F8-B821-A915941F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47" name="shape-718">
            <a:extLst xmlns:a="http://schemas.openxmlformats.org/drawingml/2006/main">
              <a:ext uri="{FF2B5EF4-FFF2-40B4-BE49-F238E27FC236}">
                <a16:creationId xmlns:a16="http://schemas.microsoft.com/office/drawing/2014/main" id="{78BDE9F6-77D0-4146-839F-F7837EEE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6227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382B"/>
            </a:solidFill>
            <a:prstDash val="solid"/>
          </a:ln>
        </p:spPr>
      </p:sp>
      <p:sp>
        <p:nvSpPr>
          <p:cNvPr id="48" name="flow-719">
            <a:extLst xmlns:a="http://schemas.openxmlformats.org/drawingml/2006/main">
              <a:ext uri="{FF2B5EF4-FFF2-40B4-BE49-F238E27FC236}">
                <a16:creationId xmlns:a16="http://schemas.microsoft.com/office/drawing/2014/main" id="{184B38A1-43EF-4479-8191-11317DCC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62275"/>
            <a:ext cx="190500" cy="80010"/>
          </a:xfrm>
          <a:custGeom xmlns:a="http://schemas.openxmlformats.org/drawingml/2006/main">
            <a:pathLst>
              <a:path w="190500" h="80010">
                <a:moveTo>
                  <a:pt x="0" y="0"/>
                </a:moveTo>
                <a:lnTo>
                  <a:pt x="95250" y="80010"/>
                </a:ln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49" name="shape-720">
            <a:extLst xmlns:a="http://schemas.openxmlformats.org/drawingml/2006/main">
              <a:ext uri="{FF2B5EF4-FFF2-40B4-BE49-F238E27FC236}">
                <a16:creationId xmlns:a16="http://schemas.microsoft.com/office/drawing/2014/main" id="{C725CB72-7562-4BFC-A09E-0DF76E7C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76600"/>
            <a:ext cx="1009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Solicitud</a:t>
            </a:r>
          </a:p>
        </p:txBody>
      </p:sp>
      <p:sp>
        <p:nvSpPr>
          <p:cNvPr id="50" name="recibir">
            <a:extLst xmlns:a="http://schemas.openxmlformats.org/drawingml/2006/main">
              <a:ext uri="{FF2B5EF4-FFF2-40B4-BE49-F238E27FC236}">
                <a16:creationId xmlns:a16="http://schemas.microsoft.com/office/drawing/2014/main" id="{1DC9E42C-E5C9-4A70-874D-2CC9AF51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6700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51" name="flow-721">
            <a:extLst xmlns:a="http://schemas.openxmlformats.org/drawingml/2006/main">
              <a:ext uri="{FF2B5EF4-FFF2-40B4-BE49-F238E27FC236}">
                <a16:creationId xmlns:a16="http://schemas.microsoft.com/office/drawing/2014/main" id="{D4EC393C-3F4C-44C9-BA7B-78CEF640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743200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188670" y="113832"/>
                </a:lnTo>
                <a:lnTo>
                  <a:pt x="156850" y="120765"/>
                </a:lnTo>
                <a:lnTo>
                  <a:pt x="150688" y="132293"/>
                </a:lnTo>
                <a:lnTo>
                  <a:pt x="162602" y="162602"/>
                </a:lnTo>
                <a:lnTo>
                  <a:pt x="148168" y="174447"/>
                </a:lnTo>
                <a:lnTo>
                  <a:pt x="120765" y="156850"/>
                </a:lnTo>
                <a:lnTo>
                  <a:pt x="108258" y="160644"/>
                </a:lnTo>
                <a:lnTo>
                  <a:pt x="95250" y="190500"/>
                </a:lnTo>
                <a:lnTo>
                  <a:pt x="76668" y="188670"/>
                </a:lnTo>
                <a:lnTo>
                  <a:pt x="69735" y="156850"/>
                </a:lnTo>
                <a:lnTo>
                  <a:pt x="58207" y="150688"/>
                </a:lnTo>
                <a:lnTo>
                  <a:pt x="27898" y="162602"/>
                </a:lnTo>
                <a:lnTo>
                  <a:pt x="16053" y="148168"/>
                </a:lnTo>
                <a:lnTo>
                  <a:pt x="33650" y="120765"/>
                </a:lnTo>
                <a:lnTo>
                  <a:pt x="29856" y="108258"/>
                </a:lnTo>
                <a:lnTo>
                  <a:pt x="0" y="95250"/>
                </a:lnTo>
                <a:lnTo>
                  <a:pt x="1830" y="76668"/>
                </a:lnTo>
                <a:lnTo>
                  <a:pt x="33650" y="69735"/>
                </a:lnTo>
                <a:lnTo>
                  <a:pt x="39812" y="58207"/>
                </a:lnTo>
                <a:lnTo>
                  <a:pt x="27898" y="27898"/>
                </a:lnTo>
                <a:lnTo>
                  <a:pt x="42332" y="16053"/>
                </a:lnTo>
                <a:lnTo>
                  <a:pt x="69735" y="33650"/>
                </a:lnTo>
                <a:lnTo>
                  <a:pt x="82242" y="29856"/>
                </a:lnTo>
                <a:lnTo>
                  <a:pt x="95250" y="0"/>
                </a:lnTo>
                <a:lnTo>
                  <a:pt x="113832" y="1830"/>
                </a:lnTo>
                <a:lnTo>
                  <a:pt x="120765" y="33650"/>
                </a:lnTo>
                <a:lnTo>
                  <a:pt x="132293" y="39812"/>
                </a:lnTo>
                <a:lnTo>
                  <a:pt x="162602" y="27898"/>
                </a:lnTo>
                <a:lnTo>
                  <a:pt x="174447" y="42332"/>
                </a:lnTo>
                <a:lnTo>
                  <a:pt x="156850" y="69735"/>
                </a:lnTo>
                <a:lnTo>
                  <a:pt x="160644" y="82242"/>
                </a:lnTo>
                <a:lnTo>
                  <a:pt x="19050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52" name="shape-722">
            <a:extLst xmlns:a="http://schemas.openxmlformats.org/drawingml/2006/main">
              <a:ext uri="{FF2B5EF4-FFF2-40B4-BE49-F238E27FC236}">
                <a16:creationId xmlns:a16="http://schemas.microsoft.com/office/drawing/2014/main" id="{3EA8209E-D42B-4D96-A697-0587375E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2745" y="2807970"/>
            <a:ext cx="60960" cy="609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53" name="shape-723">
            <a:extLst xmlns:a="http://schemas.openxmlformats.org/drawingml/2006/main">
              <a:ext uri="{FF2B5EF4-FFF2-40B4-BE49-F238E27FC236}">
                <a16:creationId xmlns:a16="http://schemas.microsoft.com/office/drawing/2014/main" id="{EA5490F3-730B-483B-A7DE-B58E0E79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14650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Validar campos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de la solicitud</a:t>
            </a:r>
          </a:p>
        </p:txBody>
      </p:sp>
      <p:sp>
        <p:nvSpPr>
          <p:cNvPr id="54" name="buscar">
            <a:extLst xmlns:a="http://schemas.openxmlformats.org/drawingml/2006/main">
              <a:ext uri="{FF2B5EF4-FFF2-40B4-BE49-F238E27FC236}">
                <a16:creationId xmlns:a16="http://schemas.microsoft.com/office/drawing/2014/main" id="{91709329-BF70-4817-9ADA-38610A16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55" name="flow-724">
            <a:extLst xmlns:a="http://schemas.openxmlformats.org/drawingml/2006/main">
              <a:ext uri="{FF2B5EF4-FFF2-40B4-BE49-F238E27FC236}">
                <a16:creationId xmlns:a16="http://schemas.microsoft.com/office/drawing/2014/main" id="{E01E8427-3B2C-4152-8543-157C2663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743200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188670" y="113832"/>
                </a:lnTo>
                <a:lnTo>
                  <a:pt x="156850" y="120765"/>
                </a:lnTo>
                <a:lnTo>
                  <a:pt x="150688" y="132293"/>
                </a:lnTo>
                <a:lnTo>
                  <a:pt x="162602" y="162602"/>
                </a:lnTo>
                <a:lnTo>
                  <a:pt x="148168" y="174447"/>
                </a:lnTo>
                <a:lnTo>
                  <a:pt x="120765" y="156850"/>
                </a:lnTo>
                <a:lnTo>
                  <a:pt x="108258" y="160644"/>
                </a:lnTo>
                <a:lnTo>
                  <a:pt x="95250" y="190500"/>
                </a:lnTo>
                <a:lnTo>
                  <a:pt x="76668" y="188670"/>
                </a:lnTo>
                <a:lnTo>
                  <a:pt x="69735" y="156850"/>
                </a:lnTo>
                <a:lnTo>
                  <a:pt x="58207" y="150688"/>
                </a:lnTo>
                <a:lnTo>
                  <a:pt x="27898" y="162602"/>
                </a:lnTo>
                <a:lnTo>
                  <a:pt x="16053" y="148168"/>
                </a:lnTo>
                <a:lnTo>
                  <a:pt x="33650" y="120765"/>
                </a:lnTo>
                <a:lnTo>
                  <a:pt x="29856" y="108258"/>
                </a:lnTo>
                <a:lnTo>
                  <a:pt x="0" y="95250"/>
                </a:lnTo>
                <a:lnTo>
                  <a:pt x="1830" y="76668"/>
                </a:lnTo>
                <a:lnTo>
                  <a:pt x="33650" y="69735"/>
                </a:lnTo>
                <a:lnTo>
                  <a:pt x="39812" y="58207"/>
                </a:lnTo>
                <a:lnTo>
                  <a:pt x="27898" y="27898"/>
                </a:lnTo>
                <a:lnTo>
                  <a:pt x="42332" y="16053"/>
                </a:lnTo>
                <a:lnTo>
                  <a:pt x="69735" y="33650"/>
                </a:lnTo>
                <a:lnTo>
                  <a:pt x="82242" y="29856"/>
                </a:lnTo>
                <a:lnTo>
                  <a:pt x="95250" y="0"/>
                </a:lnTo>
                <a:lnTo>
                  <a:pt x="113832" y="1830"/>
                </a:lnTo>
                <a:lnTo>
                  <a:pt x="120765" y="33650"/>
                </a:lnTo>
                <a:lnTo>
                  <a:pt x="132293" y="39812"/>
                </a:lnTo>
                <a:lnTo>
                  <a:pt x="162602" y="27898"/>
                </a:lnTo>
                <a:lnTo>
                  <a:pt x="174447" y="42332"/>
                </a:lnTo>
                <a:lnTo>
                  <a:pt x="156850" y="69735"/>
                </a:lnTo>
                <a:lnTo>
                  <a:pt x="160644" y="82242"/>
                </a:lnTo>
                <a:lnTo>
                  <a:pt x="19050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56" name="shape-725">
            <a:extLst xmlns:a="http://schemas.openxmlformats.org/drawingml/2006/main">
              <a:ext uri="{FF2B5EF4-FFF2-40B4-BE49-F238E27FC236}">
                <a16:creationId xmlns:a16="http://schemas.microsoft.com/office/drawing/2014/main" id="{A096F5B6-BBAD-46F6-BB24-4BE6BF7D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995" y="2807970"/>
            <a:ext cx="60960" cy="609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57" name="shape-726">
            <a:extLst xmlns:a="http://schemas.openxmlformats.org/drawingml/2006/main">
              <a:ext uri="{FF2B5EF4-FFF2-40B4-BE49-F238E27FC236}">
                <a16:creationId xmlns:a16="http://schemas.microsoft.com/office/drawing/2014/main" id="{6B9C6BF0-3CDD-49C2-84D2-2379B86D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14650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Verificar pedido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y dato de contacto</a:t>
            </a:r>
          </a:p>
        </p:txBody>
      </p:sp>
      <p:sp>
        <p:nvSpPr>
          <p:cNvPr id="58" name="valido">
            <a:extLst xmlns:a="http://schemas.openxmlformats.org/drawingml/2006/main">
              <a:ext uri="{FF2B5EF4-FFF2-40B4-BE49-F238E27FC236}">
                <a16:creationId xmlns:a16="http://schemas.microsoft.com/office/drawing/2014/main" id="{5ACE9416-312F-41C5-8B63-1AEF1913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28925"/>
            <a:ext cx="476250" cy="476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59" name="shape-727">
            <a:extLst xmlns:a="http://schemas.openxmlformats.org/drawingml/2006/main">
              <a:ext uri="{FF2B5EF4-FFF2-40B4-BE49-F238E27FC236}">
                <a16:creationId xmlns:a16="http://schemas.microsoft.com/office/drawing/2014/main" id="{A75540AD-1161-427C-B3D9-05DA3565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86075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60" name="shape-728">
            <a:extLst xmlns:a="http://schemas.openxmlformats.org/drawingml/2006/main">
              <a:ext uri="{FF2B5EF4-FFF2-40B4-BE49-F238E27FC236}">
                <a16:creationId xmlns:a16="http://schemas.microsoft.com/office/drawing/2014/main" id="{458744B8-AD96-4D10-8926-C50AFC91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1935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¿Solicitud</a:t>
            </a:r>
          </a:p>
          <a:p xmlns:a="http://schemas.openxmlformats.org/drawingml/2006/main">
            <a:pPr algn="ctr">
              <a:defRPr sz="1200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válida?</a:t>
            </a:r>
          </a:p>
        </p:txBody>
      </p:sp>
      <p:sp>
        <p:nvSpPr>
          <p:cNvPr id="61" name="anotar">
            <a:extLst xmlns:a="http://schemas.openxmlformats.org/drawingml/2006/main">
              <a:ext uri="{FF2B5EF4-FFF2-40B4-BE49-F238E27FC236}">
                <a16:creationId xmlns:a16="http://schemas.microsoft.com/office/drawing/2014/main" id="{2CE73478-A825-4C59-B477-986FB764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62" name="flow-729">
            <a:extLst xmlns:a="http://schemas.openxmlformats.org/drawingml/2006/main">
              <a:ext uri="{FF2B5EF4-FFF2-40B4-BE49-F238E27FC236}">
                <a16:creationId xmlns:a16="http://schemas.microsoft.com/office/drawing/2014/main" id="{3E869F33-615D-405A-A92E-4A24283B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43200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188670" y="113832"/>
                </a:lnTo>
                <a:lnTo>
                  <a:pt x="156850" y="120765"/>
                </a:lnTo>
                <a:lnTo>
                  <a:pt x="150688" y="132293"/>
                </a:lnTo>
                <a:lnTo>
                  <a:pt x="162602" y="162602"/>
                </a:lnTo>
                <a:lnTo>
                  <a:pt x="148168" y="174447"/>
                </a:lnTo>
                <a:lnTo>
                  <a:pt x="120765" y="156850"/>
                </a:lnTo>
                <a:lnTo>
                  <a:pt x="108258" y="160644"/>
                </a:lnTo>
                <a:lnTo>
                  <a:pt x="95250" y="190500"/>
                </a:lnTo>
                <a:lnTo>
                  <a:pt x="76668" y="188670"/>
                </a:lnTo>
                <a:lnTo>
                  <a:pt x="69735" y="156850"/>
                </a:lnTo>
                <a:lnTo>
                  <a:pt x="58207" y="150688"/>
                </a:lnTo>
                <a:lnTo>
                  <a:pt x="27898" y="162602"/>
                </a:lnTo>
                <a:lnTo>
                  <a:pt x="16053" y="148168"/>
                </a:lnTo>
                <a:lnTo>
                  <a:pt x="33650" y="120765"/>
                </a:lnTo>
                <a:lnTo>
                  <a:pt x="29856" y="108258"/>
                </a:lnTo>
                <a:lnTo>
                  <a:pt x="0" y="95250"/>
                </a:lnTo>
                <a:lnTo>
                  <a:pt x="1830" y="76668"/>
                </a:lnTo>
                <a:lnTo>
                  <a:pt x="33650" y="69735"/>
                </a:lnTo>
                <a:lnTo>
                  <a:pt x="39812" y="58207"/>
                </a:lnTo>
                <a:lnTo>
                  <a:pt x="27898" y="27898"/>
                </a:lnTo>
                <a:lnTo>
                  <a:pt x="42332" y="16053"/>
                </a:lnTo>
                <a:lnTo>
                  <a:pt x="69735" y="33650"/>
                </a:lnTo>
                <a:lnTo>
                  <a:pt x="82242" y="29856"/>
                </a:lnTo>
                <a:lnTo>
                  <a:pt x="95250" y="0"/>
                </a:lnTo>
                <a:lnTo>
                  <a:pt x="113832" y="1830"/>
                </a:lnTo>
                <a:lnTo>
                  <a:pt x="120765" y="33650"/>
                </a:lnTo>
                <a:lnTo>
                  <a:pt x="132293" y="39812"/>
                </a:lnTo>
                <a:lnTo>
                  <a:pt x="162602" y="27898"/>
                </a:lnTo>
                <a:lnTo>
                  <a:pt x="174447" y="42332"/>
                </a:lnTo>
                <a:lnTo>
                  <a:pt x="156850" y="69735"/>
                </a:lnTo>
                <a:lnTo>
                  <a:pt x="160644" y="82242"/>
                </a:lnTo>
                <a:lnTo>
                  <a:pt x="19050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63" name="shape-730">
            <a:extLst xmlns:a="http://schemas.openxmlformats.org/drawingml/2006/main">
              <a:ext uri="{FF2B5EF4-FFF2-40B4-BE49-F238E27FC236}">
                <a16:creationId xmlns:a16="http://schemas.microsoft.com/office/drawing/2014/main" id="{15595E8B-EA40-494F-A6BF-53263C5A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8620" y="2807970"/>
            <a:ext cx="60960" cy="609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64" name="shape-731">
            <a:extLst xmlns:a="http://schemas.openxmlformats.org/drawingml/2006/main">
              <a:ext uri="{FF2B5EF4-FFF2-40B4-BE49-F238E27FC236}">
                <a16:creationId xmlns:a16="http://schemas.microsoft.com/office/drawing/2014/main" id="{0302A9E1-049B-4F1E-9933-409C5542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914650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Registrar caso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y generar código</a:t>
            </a:r>
          </a:p>
        </p:txBody>
      </p:sp>
      <p:sp>
        <p:nvSpPr>
          <p:cNvPr id="65" name="error">
            <a:extLst xmlns:a="http://schemas.openxmlformats.org/drawingml/2006/main">
              <a:ext uri="{FF2B5EF4-FFF2-40B4-BE49-F238E27FC236}">
                <a16:creationId xmlns:a16="http://schemas.microsoft.com/office/drawing/2014/main" id="{24B25BDF-45F7-4088-A810-3D35D33D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18097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66" name="shape-732">
            <a:extLst xmlns:a="http://schemas.openxmlformats.org/drawingml/2006/main">
              <a:ext uri="{FF2B5EF4-FFF2-40B4-BE49-F238E27FC236}">
                <a16:creationId xmlns:a16="http://schemas.microsoft.com/office/drawing/2014/main" id="{3095BD53-1471-4BBF-A928-FF238F60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714750"/>
            <a:ext cx="2000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382B"/>
            </a:solidFill>
            <a:prstDash val="solid"/>
          </a:ln>
        </p:spPr>
      </p:sp>
      <p:sp>
        <p:nvSpPr>
          <p:cNvPr id="67" name="flow-733">
            <a:extLst xmlns:a="http://schemas.openxmlformats.org/drawingml/2006/main">
              <a:ext uri="{FF2B5EF4-FFF2-40B4-BE49-F238E27FC236}">
                <a16:creationId xmlns:a16="http://schemas.microsoft.com/office/drawing/2014/main" id="{AC85AE8D-2DDA-40E5-A3B9-DA419340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714750"/>
            <a:ext cx="200025" cy="85725"/>
          </a:xfrm>
          <a:custGeom xmlns:a="http://schemas.openxmlformats.org/drawingml/2006/main">
            <a:pathLst>
              <a:path w="200025" h="85725">
                <a:moveTo>
                  <a:pt x="0" y="0"/>
                </a:moveTo>
                <a:lnTo>
                  <a:pt x="100013" y="85725"/>
                </a:ln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68" name="shape-734">
            <a:extLst xmlns:a="http://schemas.openxmlformats.org/drawingml/2006/main">
              <a:ext uri="{FF2B5EF4-FFF2-40B4-BE49-F238E27FC236}">
                <a16:creationId xmlns:a16="http://schemas.microsoft.com/office/drawing/2014/main" id="{8A157729-DCE6-4E59-B813-D952FE41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1000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Informar error</a:t>
            </a:r>
          </a:p>
          <a:p xmlns:a="http://schemas.openxmlformats.org/drawingml/2006/main">
            <a:pPr algn="ctr">
              <a:defRPr sz="11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sin registrar caso</a:t>
            </a:r>
          </a:p>
        </p:txBody>
      </p:sp>
      <p:sp>
        <p:nvSpPr>
          <p:cNvPr id="69" name="sinpedido">
            <a:extLst xmlns:a="http://schemas.openxmlformats.org/drawingml/2006/main">
              <a:ext uri="{FF2B5EF4-FFF2-40B4-BE49-F238E27FC236}">
                <a16:creationId xmlns:a16="http://schemas.microsoft.com/office/drawing/2014/main" id="{C7DBF4EA-8C37-498F-8C76-C5C1A165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623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4382B"/>
            </a:solidFill>
            <a:prstDash val="solid"/>
          </a:ln>
        </p:spPr>
      </p:sp>
      <p:sp>
        <p:nvSpPr>
          <p:cNvPr id="70" name="shape-735">
            <a:extLst xmlns:a="http://schemas.openxmlformats.org/drawingml/2006/main">
              <a:ext uri="{FF2B5EF4-FFF2-40B4-BE49-F238E27FC236}">
                <a16:creationId xmlns:a16="http://schemas.microsoft.com/office/drawing/2014/main" id="{714B0C66-2D97-4200-9965-809B4B83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181475"/>
            <a:ext cx="1009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Caso no registrado</a:t>
            </a:r>
          </a:p>
        </p:txBody>
      </p:sp>
      <p:sp>
        <p:nvSpPr>
          <p:cNvPr id="71" name="evaluar">
            <a:extLst xmlns:a="http://schemas.openxmlformats.org/drawingml/2006/main">
              <a:ext uri="{FF2B5EF4-FFF2-40B4-BE49-F238E27FC236}">
                <a16:creationId xmlns:a16="http://schemas.microsoft.com/office/drawing/2014/main" id="{F9B8D2F6-002E-4657-8E29-72371DA5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95300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72" name="shape-736">
            <a:extLst xmlns:a="http://schemas.openxmlformats.org/drawingml/2006/main">
              <a:ext uri="{FF2B5EF4-FFF2-40B4-BE49-F238E27FC236}">
                <a16:creationId xmlns:a16="http://schemas.microsoft.com/office/drawing/2014/main" id="{C248E85B-B42B-4A90-846C-8629C752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5029200"/>
            <a:ext cx="66675" cy="666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73" name="flow-737">
            <a:extLst xmlns:a="http://schemas.openxmlformats.org/drawingml/2006/main">
              <a:ext uri="{FF2B5EF4-FFF2-40B4-BE49-F238E27FC236}">
                <a16:creationId xmlns:a16="http://schemas.microsoft.com/office/drawing/2014/main" id="{A2D86A40-75A1-4A9D-8264-760440E3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813" y="5095875"/>
            <a:ext cx="9525" cy="95250"/>
          </a:xfrm>
          <a:custGeom xmlns:a="http://schemas.openxmlformats.org/drawingml/2006/main"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74" name="flow-738">
            <a:extLst xmlns:a="http://schemas.openxmlformats.org/drawingml/2006/main">
              <a:ext uri="{FF2B5EF4-FFF2-40B4-BE49-F238E27FC236}">
                <a16:creationId xmlns:a16="http://schemas.microsoft.com/office/drawing/2014/main" id="{A9175A55-5033-4D13-BB88-FCA800FF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43500"/>
            <a:ext cx="123825" cy="9525"/>
          </a:xfrm>
          <a:custGeom xmlns:a="http://schemas.openxmlformats.org/drawingml/2006/main">
            <a:pathLst>
              <a:path w="123825" h="952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75" name="flow-739">
            <a:extLst xmlns:a="http://schemas.openxmlformats.org/drawingml/2006/main">
              <a:ext uri="{FF2B5EF4-FFF2-40B4-BE49-F238E27FC236}">
                <a16:creationId xmlns:a16="http://schemas.microsoft.com/office/drawing/2014/main" id="{1496A775-B7C2-4FD2-A197-CA711BB9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191125"/>
            <a:ext cx="52388" cy="47625"/>
          </a:xfrm>
          <a:custGeom xmlns:a="http://schemas.openxmlformats.org/drawingml/2006/main">
            <a:pathLst>
              <a:path w="52388" h="47625">
                <a:moveTo>
                  <a:pt x="52388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76" name="flow-740">
            <a:extLst xmlns:a="http://schemas.openxmlformats.org/drawingml/2006/main">
              <a:ext uri="{FF2B5EF4-FFF2-40B4-BE49-F238E27FC236}">
                <a16:creationId xmlns:a16="http://schemas.microsoft.com/office/drawing/2014/main" id="{98522A5D-6E3C-4F2B-B1FB-8E74C7CB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813" y="5191125"/>
            <a:ext cx="52388" cy="47625"/>
          </a:xfrm>
          <a:custGeom xmlns:a="http://schemas.openxmlformats.org/drawingml/2006/main">
            <a:pathLst>
              <a:path w="52388" h="47625">
                <a:moveTo>
                  <a:pt x="0" y="0"/>
                </a:moveTo>
                <a:lnTo>
                  <a:pt x="52388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77" name="shape-741">
            <a:extLst xmlns:a="http://schemas.openxmlformats.org/drawingml/2006/main">
              <a:ext uri="{FF2B5EF4-FFF2-40B4-BE49-F238E27FC236}">
                <a16:creationId xmlns:a16="http://schemas.microsoft.com/office/drawing/2014/main" id="{12BBA2D4-6F4D-4E99-92A9-D19316F4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200650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Revisar caso: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en atención</a:t>
            </a:r>
          </a:p>
        </p:txBody>
      </p:sp>
      <p:sp>
        <p:nvSpPr>
          <p:cNvPr id="78" name="resolver">
            <a:extLst xmlns:a="http://schemas.openxmlformats.org/drawingml/2006/main">
              <a:ext uri="{FF2B5EF4-FFF2-40B4-BE49-F238E27FC236}">
                <a16:creationId xmlns:a16="http://schemas.microsoft.com/office/drawing/2014/main" id="{6D7F33AF-DA82-40E4-BEF6-EC3C155E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79" name="shape-742">
            <a:extLst xmlns:a="http://schemas.openxmlformats.org/drawingml/2006/main">
              <a:ext uri="{FF2B5EF4-FFF2-40B4-BE49-F238E27FC236}">
                <a16:creationId xmlns:a16="http://schemas.microsoft.com/office/drawing/2014/main" id="{57A06B8D-1045-465A-87B0-C969FCB2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029200"/>
            <a:ext cx="66675" cy="666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80" name="flow-743">
            <a:extLst xmlns:a="http://schemas.openxmlformats.org/drawingml/2006/main">
              <a:ext uri="{FF2B5EF4-FFF2-40B4-BE49-F238E27FC236}">
                <a16:creationId xmlns:a16="http://schemas.microsoft.com/office/drawing/2014/main" id="{0ED6E827-A907-4C8A-A494-E653FF60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188" y="5095875"/>
            <a:ext cx="9525" cy="95250"/>
          </a:xfrm>
          <a:custGeom xmlns:a="http://schemas.openxmlformats.org/drawingml/2006/main"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81" name="flow-744">
            <a:extLst xmlns:a="http://schemas.openxmlformats.org/drawingml/2006/main">
              <a:ext uri="{FF2B5EF4-FFF2-40B4-BE49-F238E27FC236}">
                <a16:creationId xmlns:a16="http://schemas.microsoft.com/office/drawing/2014/main" id="{BBADB7E3-A506-4480-828F-711B6DF1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5143500"/>
            <a:ext cx="123825" cy="9525"/>
          </a:xfrm>
          <a:custGeom xmlns:a="http://schemas.openxmlformats.org/drawingml/2006/main">
            <a:pathLst>
              <a:path w="123825" h="952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82" name="flow-745">
            <a:extLst xmlns:a="http://schemas.openxmlformats.org/drawingml/2006/main">
              <a:ext uri="{FF2B5EF4-FFF2-40B4-BE49-F238E27FC236}">
                <a16:creationId xmlns:a16="http://schemas.microsoft.com/office/drawing/2014/main" id="{A9437239-4D4A-42EF-8406-AB9CF14C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191125"/>
            <a:ext cx="52388" cy="47625"/>
          </a:xfrm>
          <a:custGeom xmlns:a="http://schemas.openxmlformats.org/drawingml/2006/main">
            <a:pathLst>
              <a:path w="52388" h="47625">
                <a:moveTo>
                  <a:pt x="52388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83" name="flow-746">
            <a:extLst xmlns:a="http://schemas.openxmlformats.org/drawingml/2006/main">
              <a:ext uri="{FF2B5EF4-FFF2-40B4-BE49-F238E27FC236}">
                <a16:creationId xmlns:a16="http://schemas.microsoft.com/office/drawing/2014/main" id="{32908655-1DB1-4ECD-84D4-9696561C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188" y="5191125"/>
            <a:ext cx="52388" cy="47625"/>
          </a:xfrm>
          <a:custGeom xmlns:a="http://schemas.openxmlformats.org/drawingml/2006/main">
            <a:pathLst>
              <a:path w="52388" h="47625">
                <a:moveTo>
                  <a:pt x="0" y="0"/>
                </a:moveTo>
                <a:lnTo>
                  <a:pt x="52388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84" name="shape-747">
            <a:extLst xmlns:a="http://schemas.openxmlformats.org/drawingml/2006/main">
              <a:ext uri="{FF2B5EF4-FFF2-40B4-BE49-F238E27FC236}">
                <a16:creationId xmlns:a16="http://schemas.microsoft.com/office/drawing/2014/main" id="{30AB39DF-D046-4BDF-BA1D-0FB56070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200650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Registrar respuesta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y acuerdo</a:t>
            </a:r>
          </a:p>
        </p:txBody>
      </p:sp>
      <p:sp>
        <p:nvSpPr>
          <p:cNvPr id="85" name="cerrar">
            <a:extLst xmlns:a="http://schemas.openxmlformats.org/drawingml/2006/main">
              <a:ext uri="{FF2B5EF4-FFF2-40B4-BE49-F238E27FC236}">
                <a16:creationId xmlns:a16="http://schemas.microsoft.com/office/drawing/2014/main" id="{2E80ACF4-DF42-4057-8F6B-43A4C10D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66700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86" name="flow-748">
            <a:extLst xmlns:a="http://schemas.openxmlformats.org/drawingml/2006/main">
              <a:ext uri="{FF2B5EF4-FFF2-40B4-BE49-F238E27FC236}">
                <a16:creationId xmlns:a16="http://schemas.microsoft.com/office/drawing/2014/main" id="{8E0E8CA2-BC3B-47F9-AFFD-950E8E85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75" y="2743200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188670" y="113832"/>
                </a:lnTo>
                <a:lnTo>
                  <a:pt x="156850" y="120765"/>
                </a:lnTo>
                <a:lnTo>
                  <a:pt x="150688" y="132293"/>
                </a:lnTo>
                <a:lnTo>
                  <a:pt x="162602" y="162602"/>
                </a:lnTo>
                <a:lnTo>
                  <a:pt x="148168" y="174447"/>
                </a:lnTo>
                <a:lnTo>
                  <a:pt x="120765" y="156850"/>
                </a:lnTo>
                <a:lnTo>
                  <a:pt x="108258" y="160644"/>
                </a:lnTo>
                <a:lnTo>
                  <a:pt x="95250" y="190500"/>
                </a:lnTo>
                <a:lnTo>
                  <a:pt x="76668" y="188670"/>
                </a:lnTo>
                <a:lnTo>
                  <a:pt x="69735" y="156850"/>
                </a:lnTo>
                <a:lnTo>
                  <a:pt x="58207" y="150688"/>
                </a:lnTo>
                <a:lnTo>
                  <a:pt x="27898" y="162602"/>
                </a:lnTo>
                <a:lnTo>
                  <a:pt x="16053" y="148168"/>
                </a:lnTo>
                <a:lnTo>
                  <a:pt x="33650" y="120765"/>
                </a:lnTo>
                <a:lnTo>
                  <a:pt x="29856" y="108258"/>
                </a:lnTo>
                <a:lnTo>
                  <a:pt x="0" y="95250"/>
                </a:lnTo>
                <a:lnTo>
                  <a:pt x="1830" y="76668"/>
                </a:lnTo>
                <a:lnTo>
                  <a:pt x="33650" y="69735"/>
                </a:lnTo>
                <a:lnTo>
                  <a:pt x="39812" y="58207"/>
                </a:lnTo>
                <a:lnTo>
                  <a:pt x="27898" y="27898"/>
                </a:lnTo>
                <a:lnTo>
                  <a:pt x="42332" y="16053"/>
                </a:lnTo>
                <a:lnTo>
                  <a:pt x="69735" y="33650"/>
                </a:lnTo>
                <a:lnTo>
                  <a:pt x="82242" y="29856"/>
                </a:lnTo>
                <a:lnTo>
                  <a:pt x="95250" y="0"/>
                </a:lnTo>
                <a:lnTo>
                  <a:pt x="113832" y="1830"/>
                </a:lnTo>
                <a:lnTo>
                  <a:pt x="120765" y="33650"/>
                </a:lnTo>
                <a:lnTo>
                  <a:pt x="132293" y="39812"/>
                </a:lnTo>
                <a:lnTo>
                  <a:pt x="162602" y="27898"/>
                </a:lnTo>
                <a:lnTo>
                  <a:pt x="174447" y="42332"/>
                </a:lnTo>
                <a:lnTo>
                  <a:pt x="156850" y="69735"/>
                </a:lnTo>
                <a:lnTo>
                  <a:pt x="160644" y="82242"/>
                </a:lnTo>
                <a:lnTo>
                  <a:pt x="19050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382B"/>
            </a:solidFill>
            <a:prstDash val="solid"/>
          </a:ln>
        </p:spPr>
      </p:sp>
      <p:sp>
        <p:nvSpPr>
          <p:cNvPr id="87" name="shape-749">
            <a:extLst xmlns:a="http://schemas.openxmlformats.org/drawingml/2006/main">
              <a:ext uri="{FF2B5EF4-FFF2-40B4-BE49-F238E27FC236}">
                <a16:creationId xmlns:a16="http://schemas.microsoft.com/office/drawing/2014/main" id="{4491CD57-FF49-4B29-BEE9-EE462D95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7245" y="2807970"/>
            <a:ext cx="60960" cy="609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82B"/>
            </a:solidFill>
            <a:prstDash val="solid"/>
          </a:ln>
        </p:spPr>
      </p:sp>
      <p:sp>
        <p:nvSpPr>
          <p:cNvPr id="88" name="shape-750">
            <a:extLst xmlns:a="http://schemas.openxmlformats.org/drawingml/2006/main">
              <a:ext uri="{FF2B5EF4-FFF2-40B4-BE49-F238E27FC236}">
                <a16:creationId xmlns:a16="http://schemas.microsoft.com/office/drawing/2014/main" id="{372F412B-F473-4197-A6E5-0E3F6D66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914650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Guardar cierre</a:t>
            </a:r>
          </a:p>
          <a:p xmlns:a="http://schemas.openxmlformats.org/drawingml/2006/main">
            <a:pPr algn="ctr">
              <a:defRPr sz="12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y mostrar respuesta</a:t>
            </a:r>
          </a:p>
        </p:txBody>
      </p:sp>
      <p:sp>
        <p:nvSpPr>
          <p:cNvPr id="89" name="fin">
            <a:extLst xmlns:a="http://schemas.openxmlformats.org/drawingml/2006/main">
              <a:ext uri="{FF2B5EF4-FFF2-40B4-BE49-F238E27FC236}">
                <a16:creationId xmlns:a16="http://schemas.microsoft.com/office/drawing/2014/main" id="{6D497E16-D686-4F66-9362-317255D5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4382B"/>
            </a:solidFill>
            <a:prstDash val="solid"/>
          </a:ln>
        </p:spPr>
      </p:sp>
      <p:sp>
        <p:nvSpPr>
          <p:cNvPr id="90" name="shape-751">
            <a:extLst xmlns:a="http://schemas.openxmlformats.org/drawingml/2006/main">
              <a:ext uri="{FF2B5EF4-FFF2-40B4-BE49-F238E27FC236}">
                <a16:creationId xmlns:a16="http://schemas.microsoft.com/office/drawing/2014/main" id="{1592834C-D35F-47C3-95D9-415A86EF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3276600"/>
            <a:ext cx="1009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Caso cerrado</a:t>
            </a:r>
          </a:p>
        </p:txBody>
      </p:sp>
      <p:sp>
        <p:nvSpPr>
          <p:cNvPr id="91" name="shape-752">
            <a:extLst xmlns:a="http://schemas.openxmlformats.org/drawingml/2006/main">
              <a:ext uri="{FF2B5EF4-FFF2-40B4-BE49-F238E27FC236}">
                <a16:creationId xmlns:a16="http://schemas.microsoft.com/office/drawing/2014/main" id="{A5C3551F-1717-40DC-A503-B81D0867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5807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Inicio / fin     Tarea manual o de usuario     Tarea de servicio     X Decisión exclusiva</a:t>
            </a:r>
          </a:p>
        </p:txBody>
      </p:sp>
      <p:sp>
        <p:nvSpPr>
          <p:cNvPr id="92" name="shape-753">
            <a:extLst xmlns:a="http://schemas.openxmlformats.org/drawingml/2006/main">
              <a:ext uri="{FF2B5EF4-FFF2-40B4-BE49-F238E27FC236}">
                <a16:creationId xmlns:a16="http://schemas.microsoft.com/office/drawing/2014/main" id="{074297DD-8D69-47C5-AFB2-CFC25059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78192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Flujo continuo dentro del participante. Mensajes discontinuos entre participantes. Modelo de diseño.</a:t>
            </a:r>
          </a:p>
        </p:txBody>
      </p:sp>
    </p:spTree>
    <p:extLst>
      <p:ext uri="{BB962C8B-B14F-4D97-AF65-F5344CB8AC3E}">
        <p14:creationId xmlns:p14="http://schemas.microsoft.com/office/powerpoint/2010/main" val="86834943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shape-754">
            <a:extLst xmlns:a="http://schemas.openxmlformats.org/drawingml/2006/main">
              <a:ext uri="{FF2B5EF4-FFF2-40B4-BE49-F238E27FC236}">
                <a16:creationId xmlns:a16="http://schemas.microsoft.com/office/drawing/2014/main" id="{775F956C-DEEE-4D7E-AE7C-3D5D4E02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3.1.2  /  UML</a:t>
            </a:r>
          </a:p>
        </p:txBody>
      </p:sp>
      <p:sp>
        <p:nvSpPr>
          <p:cNvPr id="2" name="shape-755">
            <a:extLst xmlns:a="http://schemas.openxmlformats.org/drawingml/2006/main">
              <a:ext uri="{FF2B5EF4-FFF2-40B4-BE49-F238E27FC236}">
                <a16:creationId xmlns:a16="http://schemas.microsoft.com/office/drawing/2014/main" id="{55AFB9E7-7244-4AB3-8B0C-9728EE36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14E35"/>
                </a:solidFill>
                <a:latin typeface="Georgia"/>
                <a:ea typeface="Georgia"/>
                <a:cs typeface="Georgia"/>
              </a:rPr>
              <a:t>Diagrama de actividades</a:t>
            </a:r>
          </a:p>
        </p:txBody>
      </p:sp>
      <p:sp>
        <p:nvSpPr>
          <p:cNvPr id="3" name="shape-756">
            <a:extLst xmlns:a="http://schemas.openxmlformats.org/drawingml/2006/main">
              <a:ext uri="{FF2B5EF4-FFF2-40B4-BE49-F238E27FC236}">
                <a16:creationId xmlns:a16="http://schemas.microsoft.com/office/drawing/2014/main" id="{0D97AD99-3D36-4AB5-B889-B806CE47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5340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Alma Floral  ·  Herramientas de Desarrollo</a:t>
            </a:r>
          </a:p>
        </p:txBody>
      </p:sp>
      <p:sp>
        <p:nvSpPr>
          <p:cNvPr id="4" name="shape-757">
            <a:extLst xmlns:a="http://schemas.openxmlformats.org/drawingml/2006/main">
              <a:ext uri="{FF2B5EF4-FFF2-40B4-BE49-F238E27FC236}">
                <a16:creationId xmlns:a16="http://schemas.microsoft.com/office/drawing/2014/main" id="{CAF7AA74-3EBE-40EC-9346-A0428B77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153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shape-758">
            <a:extLst xmlns:a="http://schemas.openxmlformats.org/drawingml/2006/main">
              <a:ext uri="{FF2B5EF4-FFF2-40B4-BE49-F238E27FC236}">
                <a16:creationId xmlns:a16="http://schemas.microsoft.com/office/drawing/2014/main" id="{A6347FDE-E025-4E66-AE3D-94E2FA85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657225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6" name="shape-759">
            <a:extLst xmlns:a="http://schemas.openxmlformats.org/drawingml/2006/main">
              <a:ext uri="{FF2B5EF4-FFF2-40B4-BE49-F238E27FC236}">
                <a16:creationId xmlns:a16="http://schemas.microsoft.com/office/drawing/2014/main" id="{5E6BDE73-CC79-4CF9-81D4-60351C8A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733425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5"/>
          </a:solidFill>
          <a:ln xmlns:a="http://schemas.openxmlformats.org/drawingml/2006/main" w="9525">
            <a:solidFill>
              <a:srgbClr val="8CA294"/>
            </a:solidFill>
            <a:prstDash val="solid"/>
          </a:ln>
        </p:spPr>
      </p:sp>
      <p:sp>
        <p:nvSpPr>
          <p:cNvPr id="7" name="shape-760">
            <a:extLst xmlns:a="http://schemas.openxmlformats.org/drawingml/2006/main">
              <a:ext uri="{FF2B5EF4-FFF2-40B4-BE49-F238E27FC236}">
                <a16:creationId xmlns:a16="http://schemas.microsoft.com/office/drawing/2014/main" id="{B7E77099-C50E-4F81-BA31-B0885E13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CLIENTE</a:t>
            </a:r>
          </a:p>
        </p:txBody>
      </p:sp>
      <p:sp>
        <p:nvSpPr>
          <p:cNvPr id="8" name="shape-761">
            <a:extLst xmlns:a="http://schemas.openxmlformats.org/drawingml/2006/main">
              <a:ext uri="{FF2B5EF4-FFF2-40B4-BE49-F238E27FC236}">
                <a16:creationId xmlns:a16="http://schemas.microsoft.com/office/drawing/2014/main" id="{0303605F-1CE2-4F38-B4F9-82DCE6DD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050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SISTEMA WEB</a:t>
            </a:r>
          </a:p>
        </p:txBody>
      </p:sp>
      <p:sp>
        <p:nvSpPr>
          <p:cNvPr id="9" name="shape-762">
            <a:extLst xmlns:a="http://schemas.openxmlformats.org/drawingml/2006/main">
              <a:ext uri="{FF2B5EF4-FFF2-40B4-BE49-F238E27FC236}">
                <a16:creationId xmlns:a16="http://schemas.microsoft.com/office/drawing/2014/main" id="{59DEA8A3-DC6B-41A5-999D-EAC942F2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82B"/>
          </a:solidFill>
          <a:ln xmlns:a="http://schemas.openxmlformats.org/drawingml/2006/main" w="9525">
            <a:solidFill>
              <a:srgbClr val="24382B"/>
            </a:solidFill>
            <a:prstDash val="solid"/>
          </a:ln>
        </p:spPr>
      </p:sp>
      <p:sp>
        <p:nvSpPr>
          <p:cNvPr id="10" name="flow-763">
            <a:extLst xmlns:a="http://schemas.openxmlformats.org/drawingml/2006/main">
              <a:ext uri="{FF2B5EF4-FFF2-40B4-BE49-F238E27FC236}">
                <a16:creationId xmlns:a16="http://schemas.microsoft.com/office/drawing/2014/main" id="{4D3F2019-B765-45AD-9885-0C7E6537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71750"/>
            <a:ext cx="571500" cy="9525"/>
          </a:xfrm>
          <a:custGeom xmlns:a="http://schemas.openxmlformats.org/drawingml/2006/main"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11" name="arrow-763">
            <a:extLst xmlns:a="http://schemas.openxmlformats.org/drawingml/2006/main">
              <a:ext uri="{FF2B5EF4-FFF2-40B4-BE49-F238E27FC236}">
                <a16:creationId xmlns:a16="http://schemas.microsoft.com/office/drawing/2014/main" id="{B682CCB2-1FF7-4F86-A9B2-AD30CBA8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32" y="2530320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12" name="shape-764">
            <a:extLst xmlns:a="http://schemas.openxmlformats.org/drawingml/2006/main">
              <a:ext uri="{FF2B5EF4-FFF2-40B4-BE49-F238E27FC236}">
                <a16:creationId xmlns:a16="http://schemas.microsoft.com/office/drawing/2014/main" id="{B4FD8DF2-1C1D-49BC-95D9-72C897EA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86000"/>
            <a:ext cx="3429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13" name="shape-765">
            <a:extLst xmlns:a="http://schemas.openxmlformats.org/drawingml/2006/main">
              <a:ext uri="{FF2B5EF4-FFF2-40B4-BE49-F238E27FC236}">
                <a16:creationId xmlns:a16="http://schemas.microsoft.com/office/drawing/2014/main" id="{C751CC33-9CAE-432D-BCCF-2D4DD2D5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1935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Seleccionar productos</a:t>
            </a:r>
          </a:p>
        </p:txBody>
      </p:sp>
      <p:sp>
        <p:nvSpPr>
          <p:cNvPr id="14" name="shape-766">
            <a:extLst xmlns:a="http://schemas.openxmlformats.org/drawingml/2006/main">
              <a:ext uri="{FF2B5EF4-FFF2-40B4-BE49-F238E27FC236}">
                <a16:creationId xmlns:a16="http://schemas.microsoft.com/office/drawing/2014/main" id="{47E02154-F4EF-4610-905E-4CA55443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19500"/>
            <a:ext cx="3429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15" name="shape-767">
            <a:extLst xmlns:a="http://schemas.openxmlformats.org/drawingml/2006/main">
              <a:ext uri="{FF2B5EF4-FFF2-40B4-BE49-F238E27FC236}">
                <a16:creationId xmlns:a16="http://schemas.microsoft.com/office/drawing/2014/main" id="{B5FFB9E9-5E4E-4371-B47C-F267E800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5285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Completar datos y modalidad de entrega</a:t>
            </a:r>
          </a:p>
        </p:txBody>
      </p:sp>
      <p:sp>
        <p:nvSpPr>
          <p:cNvPr id="16" name="shape-768">
            <a:extLst xmlns:a="http://schemas.openxmlformats.org/drawingml/2006/main">
              <a:ext uri="{FF2B5EF4-FFF2-40B4-BE49-F238E27FC236}">
                <a16:creationId xmlns:a16="http://schemas.microsoft.com/office/drawing/2014/main" id="{9C5A3E18-B05E-46C1-A12C-1F015A7E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0"/>
            <a:ext cx="3429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17" name="shape-769">
            <a:extLst xmlns:a="http://schemas.openxmlformats.org/drawingml/2006/main">
              <a:ext uri="{FF2B5EF4-FFF2-40B4-BE49-F238E27FC236}">
                <a16:creationId xmlns:a16="http://schemas.microsoft.com/office/drawing/2014/main" id="{5A112852-B1E9-4241-94AF-089D4810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5285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Validar datos y existencias</a:t>
            </a:r>
          </a:p>
        </p:txBody>
      </p:sp>
      <p:sp>
        <p:nvSpPr>
          <p:cNvPr id="18" name="shape-770">
            <a:extLst xmlns:a="http://schemas.openxmlformats.org/drawingml/2006/main">
              <a:ext uri="{FF2B5EF4-FFF2-40B4-BE49-F238E27FC236}">
                <a16:creationId xmlns:a16="http://schemas.microsoft.com/office/drawing/2014/main" id="{5494E064-42D1-4D82-A3E5-4B53C20A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000750"/>
            <a:ext cx="3429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19" name="shape-771">
            <a:extLst xmlns:a="http://schemas.openxmlformats.org/drawingml/2006/main">
              <a:ext uri="{FF2B5EF4-FFF2-40B4-BE49-F238E27FC236}">
                <a16:creationId xmlns:a16="http://schemas.microsoft.com/office/drawing/2014/main" id="{7D6497C7-1F65-4B24-9CCA-88F6D801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13410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Registrar pedido y reservar existencias</a:t>
            </a:r>
          </a:p>
        </p:txBody>
      </p:sp>
      <p:sp>
        <p:nvSpPr>
          <p:cNvPr id="20" name="shape-772">
            <a:extLst xmlns:a="http://schemas.openxmlformats.org/drawingml/2006/main">
              <a:ext uri="{FF2B5EF4-FFF2-40B4-BE49-F238E27FC236}">
                <a16:creationId xmlns:a16="http://schemas.microsoft.com/office/drawing/2014/main" id="{1F8968B8-386F-4C7C-9C91-F89F6378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7143750"/>
            <a:ext cx="3429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0F6F2"/>
          </a:solidFill>
          <a:ln xmlns:a="http://schemas.openxmlformats.org/drawingml/2006/main" w="16193">
            <a:solidFill>
              <a:srgbClr val="214E35"/>
            </a:solidFill>
            <a:prstDash val="solid"/>
          </a:ln>
        </p:spPr>
      </p:sp>
      <p:sp>
        <p:nvSpPr>
          <p:cNvPr id="21" name="shape-773">
            <a:extLst xmlns:a="http://schemas.openxmlformats.org/drawingml/2006/main">
              <a:ext uri="{FF2B5EF4-FFF2-40B4-BE49-F238E27FC236}">
                <a16:creationId xmlns:a16="http://schemas.microsoft.com/office/drawing/2014/main" id="{A0A510E0-3CE9-45DC-8839-A7561B07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727710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Mostrar código y confirmación</a:t>
            </a:r>
          </a:p>
        </p:txBody>
      </p:sp>
      <p:sp>
        <p:nvSpPr>
          <p:cNvPr id="22" name="flow-774">
            <a:extLst xmlns:a="http://schemas.openxmlformats.org/drawingml/2006/main">
              <a:ext uri="{FF2B5EF4-FFF2-40B4-BE49-F238E27FC236}">
                <a16:creationId xmlns:a16="http://schemas.microsoft.com/office/drawing/2014/main" id="{E4666768-418E-40A3-B7D0-22A71DF8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0375"/>
            <a:ext cx="9525" cy="619125"/>
          </a:xfrm>
          <a:custGeom xmlns:a="http://schemas.openxmlformats.org/drawingml/2006/main">
            <a:pathLst>
              <a:path w="9525" h="619125">
                <a:moveTo>
                  <a:pt x="0" y="0"/>
                </a:moveTo>
                <a:lnTo>
                  <a:pt x="0" y="6191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3" name="arrow-774">
            <a:extLst xmlns:a="http://schemas.openxmlformats.org/drawingml/2006/main">
              <a:ext uri="{FF2B5EF4-FFF2-40B4-BE49-F238E27FC236}">
                <a16:creationId xmlns:a16="http://schemas.microsoft.com/office/drawing/2014/main" id="{28965276-4703-4AF7-AEBA-A9551265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0570" y="3533732"/>
            <a:ext cx="82861" cy="85768"/>
          </a:xfrm>
          <a:custGeom xmlns:a="http://schemas.openxmlformats.org/drawingml/2006/main">
            <a:pathLst>
              <a:path w="82861" h="85768">
                <a:moveTo>
                  <a:pt x="41430" y="85768"/>
                </a:moveTo>
                <a:lnTo>
                  <a:pt x="0" y="0"/>
                </a:lnTo>
                <a:lnTo>
                  <a:pt x="82861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4" name="flow-775">
            <a:extLst xmlns:a="http://schemas.openxmlformats.org/drawingml/2006/main">
              <a:ext uri="{FF2B5EF4-FFF2-40B4-BE49-F238E27FC236}">
                <a16:creationId xmlns:a16="http://schemas.microsoft.com/office/drawing/2014/main" id="{7298FE46-D6B1-451D-ACDC-F0F92DA1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71925"/>
            <a:ext cx="2095500" cy="9525"/>
          </a:xfrm>
          <a:custGeom xmlns:a="http://schemas.openxmlformats.org/drawingml/2006/main"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5" name="arrow-775">
            <a:extLst xmlns:a="http://schemas.openxmlformats.org/drawingml/2006/main">
              <a:ext uri="{FF2B5EF4-FFF2-40B4-BE49-F238E27FC236}">
                <a16:creationId xmlns:a16="http://schemas.microsoft.com/office/drawing/2014/main" id="{D1B63F72-00F7-4B30-A13A-C536D905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32" y="3930495"/>
            <a:ext cx="85768" cy="82861"/>
          </a:xfrm>
          <a:custGeom xmlns:a="http://schemas.openxmlformats.org/drawingml/2006/main">
            <a:pathLst>
              <a:path w="85768" h="82861">
                <a:moveTo>
                  <a:pt x="85768" y="41430"/>
                </a:moveTo>
                <a:lnTo>
                  <a:pt x="0" y="828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6" name="flow-776">
            <a:extLst xmlns:a="http://schemas.openxmlformats.org/drawingml/2006/main">
              <a:ext uri="{FF2B5EF4-FFF2-40B4-BE49-F238E27FC236}">
                <a16:creationId xmlns:a16="http://schemas.microsoft.com/office/drawing/2014/main" id="{2A075DBD-A159-4815-96DF-BF07F1DF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33875"/>
            <a:ext cx="9525" cy="381000"/>
          </a:xfrm>
          <a:custGeom xmlns:a="http://schemas.openxmlformats.org/drawingml/2006/main"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7" name="arrow-776">
            <a:extLst xmlns:a="http://schemas.openxmlformats.org/drawingml/2006/main">
              <a:ext uri="{FF2B5EF4-FFF2-40B4-BE49-F238E27FC236}">
                <a16:creationId xmlns:a16="http://schemas.microsoft.com/office/drawing/2014/main" id="{B850D821-2330-415B-9716-2A001954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070" y="4629107"/>
            <a:ext cx="82861" cy="85768"/>
          </a:xfrm>
          <a:custGeom xmlns:a="http://schemas.openxmlformats.org/drawingml/2006/main">
            <a:pathLst>
              <a:path w="82861" h="85768">
                <a:moveTo>
                  <a:pt x="41430" y="85768"/>
                </a:moveTo>
                <a:lnTo>
                  <a:pt x="0" y="0"/>
                </a:lnTo>
                <a:lnTo>
                  <a:pt x="82861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28" name="shape-777">
            <a:extLst xmlns:a="http://schemas.openxmlformats.org/drawingml/2006/main">
              <a:ext uri="{FF2B5EF4-FFF2-40B4-BE49-F238E27FC236}">
                <a16:creationId xmlns:a16="http://schemas.microsoft.com/office/drawing/2014/main" id="{CB45A745-DC7F-41D8-8614-958FB87D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14875"/>
            <a:ext cx="571500" cy="5715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29" name="shape-778">
            <a:extLst xmlns:a="http://schemas.openxmlformats.org/drawingml/2006/main">
              <a:ext uri="{FF2B5EF4-FFF2-40B4-BE49-F238E27FC236}">
                <a16:creationId xmlns:a16="http://schemas.microsoft.com/office/drawing/2014/main" id="{0207E1B7-6EA0-4248-AC04-E2656174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101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¿Datos y stock válidos?</a:t>
            </a:r>
          </a:p>
        </p:txBody>
      </p:sp>
      <p:sp>
        <p:nvSpPr>
          <p:cNvPr id="30" name="flow-779">
            <a:extLst xmlns:a="http://schemas.openxmlformats.org/drawingml/2006/main">
              <a:ext uri="{FF2B5EF4-FFF2-40B4-BE49-F238E27FC236}">
                <a16:creationId xmlns:a16="http://schemas.microsoft.com/office/drawing/2014/main" id="{B6497AA6-41DB-4237-B952-950FCF7D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86375"/>
            <a:ext cx="9525" cy="714375"/>
          </a:xfrm>
          <a:custGeom xmlns:a="http://schemas.openxmlformats.org/drawingml/2006/main">
            <a:pathLst>
              <a:path w="9525" h="714375">
                <a:moveTo>
                  <a:pt x="0" y="0"/>
                </a:moveTo>
                <a:lnTo>
                  <a:pt x="0" y="714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1" name="arrow-779">
            <a:extLst xmlns:a="http://schemas.openxmlformats.org/drawingml/2006/main">
              <a:ext uri="{FF2B5EF4-FFF2-40B4-BE49-F238E27FC236}">
                <a16:creationId xmlns:a16="http://schemas.microsoft.com/office/drawing/2014/main" id="{087A79DF-6477-4922-BC6C-AE0613A6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070" y="5914982"/>
            <a:ext cx="82861" cy="85768"/>
          </a:xfrm>
          <a:custGeom xmlns:a="http://schemas.openxmlformats.org/drawingml/2006/main">
            <a:pathLst>
              <a:path w="82861" h="85768">
                <a:moveTo>
                  <a:pt x="41430" y="85768"/>
                </a:moveTo>
                <a:lnTo>
                  <a:pt x="0" y="0"/>
                </a:lnTo>
                <a:lnTo>
                  <a:pt x="82861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32" name="shape-780">
            <a:extLst xmlns:a="http://schemas.openxmlformats.org/drawingml/2006/main">
              <a:ext uri="{FF2B5EF4-FFF2-40B4-BE49-F238E27FC236}">
                <a16:creationId xmlns:a16="http://schemas.microsoft.com/office/drawing/2014/main" id="{BE309CDB-C8C6-4358-9AF4-11D95A55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5429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4382B"/>
                </a:solidFill>
                <a:latin typeface="Arial"/>
                <a:ea typeface="Arial"/>
                <a:cs typeface="Arial"/>
              </a:rPr>
              <a:t>Sí</a:t>
            </a:r>
          </a:p>
        </p:txBody>
      </p:sp>
      <p:sp>
        <p:nvSpPr>
          <p:cNvPr id="33" name="flow-781">
            <a:extLst xmlns:a="http://schemas.openxmlformats.org/drawingml/2006/main">
              <a:ext uri="{FF2B5EF4-FFF2-40B4-BE49-F238E27FC236}">
                <a16:creationId xmlns:a16="http://schemas.microsoft.com/office/drawing/2014/main" id="{FFE3C7CD-DD34-4C4E-87AF-49D0B7E9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33875"/>
            <a:ext cx="5238750" cy="666750"/>
          </a:xfrm>
          <a:custGeom xmlns:a="http://schemas.openxmlformats.org/drawingml/2006/main">
            <a:pathLst>
              <a:path w="5238750" h="666750">
                <a:moveTo>
                  <a:pt x="5238750" y="666750"/>
                </a:moveTo>
                <a:lnTo>
                  <a:pt x="2095500" y="666750"/>
                </a:lnTo>
                <a:lnTo>
                  <a:pt x="2095500" y="428625"/>
                </a:lnTo>
                <a:lnTo>
                  <a:pt x="0" y="42862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4" name="arrow-781">
            <a:extLst xmlns:a="http://schemas.openxmlformats.org/drawingml/2006/main">
              <a:ext uri="{FF2B5EF4-FFF2-40B4-BE49-F238E27FC236}">
                <a16:creationId xmlns:a16="http://schemas.microsoft.com/office/drawing/2014/main" id="{A6E3212E-60F9-4879-8905-322AD367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0570" y="4333875"/>
            <a:ext cx="82861" cy="85768"/>
          </a:xfrm>
          <a:custGeom xmlns:a="http://schemas.openxmlformats.org/drawingml/2006/main">
            <a:pathLst>
              <a:path w="82861" h="85768">
                <a:moveTo>
                  <a:pt x="41430" y="0"/>
                </a:moveTo>
                <a:lnTo>
                  <a:pt x="82861" y="85768"/>
                </a:lnTo>
                <a:lnTo>
                  <a:pt x="0" y="85768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35" name="shape-782">
            <a:extLst xmlns:a="http://schemas.openxmlformats.org/drawingml/2006/main">
              <a:ext uri="{FF2B5EF4-FFF2-40B4-BE49-F238E27FC236}">
                <a16:creationId xmlns:a16="http://schemas.microsoft.com/office/drawing/2014/main" id="{DB2009E4-9B8F-43F6-B699-77D8FEB4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91125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No: corregir datos o cantidades</a:t>
            </a:r>
          </a:p>
        </p:txBody>
      </p:sp>
      <p:sp>
        <p:nvSpPr>
          <p:cNvPr id="36" name="flow-783">
            <a:extLst xmlns:a="http://schemas.openxmlformats.org/drawingml/2006/main">
              <a:ext uri="{FF2B5EF4-FFF2-40B4-BE49-F238E27FC236}">
                <a16:creationId xmlns:a16="http://schemas.microsoft.com/office/drawing/2014/main" id="{773F46C3-5C46-435F-A453-9FB8B9F0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71512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7" name="arrow-783">
            <a:extLst xmlns:a="http://schemas.openxmlformats.org/drawingml/2006/main">
              <a:ext uri="{FF2B5EF4-FFF2-40B4-BE49-F238E27FC236}">
                <a16:creationId xmlns:a16="http://schemas.microsoft.com/office/drawing/2014/main" id="{7092356B-DF4B-4F51-BB8A-36650663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070" y="7057982"/>
            <a:ext cx="82861" cy="85768"/>
          </a:xfrm>
          <a:custGeom xmlns:a="http://schemas.openxmlformats.org/drawingml/2006/main">
            <a:pathLst>
              <a:path w="82861" h="85768">
                <a:moveTo>
                  <a:pt x="41430" y="85768"/>
                </a:moveTo>
                <a:lnTo>
                  <a:pt x="0" y="0"/>
                </a:lnTo>
                <a:lnTo>
                  <a:pt x="82861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  <p:sp>
        <p:nvSpPr>
          <p:cNvPr id="38" name="shape-784">
            <a:extLst xmlns:a="http://schemas.openxmlformats.org/drawingml/2006/main">
              <a:ext uri="{FF2B5EF4-FFF2-40B4-BE49-F238E27FC236}">
                <a16:creationId xmlns:a16="http://schemas.microsoft.com/office/drawing/2014/main" id="{FE0726A2-7822-49D2-9B44-D8682E6B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410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39" name="shape-785">
            <a:extLst xmlns:a="http://schemas.openxmlformats.org/drawingml/2006/main">
              <a:ext uri="{FF2B5EF4-FFF2-40B4-BE49-F238E27FC236}">
                <a16:creationId xmlns:a16="http://schemas.microsoft.com/office/drawing/2014/main" id="{B2F93797-6D6B-4C28-B8DE-2F097B58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7477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82B"/>
          </a:solidFill>
          <a:ln xmlns:a="http://schemas.openxmlformats.org/drawingml/2006/main" w="9525">
            <a:solidFill>
              <a:srgbClr val="24382B"/>
            </a:solidFill>
            <a:prstDash val="solid"/>
          </a:ln>
        </p:spPr>
      </p:sp>
      <p:sp>
        <p:nvSpPr>
          <p:cNvPr id="40" name="flow-786">
            <a:extLst xmlns:a="http://schemas.openxmlformats.org/drawingml/2006/main">
              <a:ext uri="{FF2B5EF4-FFF2-40B4-BE49-F238E27FC236}">
                <a16:creationId xmlns:a16="http://schemas.microsoft.com/office/drawing/2014/main" id="{9CB6BD6F-733F-48DC-84A2-6AE5034A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496175"/>
            <a:ext cx="857250" cy="57150"/>
          </a:xfrm>
          <a:custGeom xmlns:a="http://schemas.openxmlformats.org/drawingml/2006/main">
            <a:pathLst>
              <a:path w="857250" h="57150">
                <a:moveTo>
                  <a:pt x="0" y="0"/>
                </a:moveTo>
                <a:lnTo>
                  <a:pt x="85725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41" name="arrow-786">
            <a:extLst xmlns:a="http://schemas.openxmlformats.org/drawingml/2006/main">
              <a:ext uri="{FF2B5EF4-FFF2-40B4-BE49-F238E27FC236}">
                <a16:creationId xmlns:a16="http://schemas.microsoft.com/office/drawing/2014/main" id="{6F162A31-2715-4445-8E9E-A61FEAEF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9916" y="7506281"/>
            <a:ext cx="88334" cy="82677"/>
          </a:xfrm>
          <a:custGeom xmlns:a="http://schemas.openxmlformats.org/drawingml/2006/main">
            <a:pathLst>
              <a:path w="88334" h="82677">
                <a:moveTo>
                  <a:pt x="88334" y="47044"/>
                </a:moveTo>
                <a:lnTo>
                  <a:pt x="0" y="82677"/>
                </a:lnTo>
                <a:lnTo>
                  <a:pt x="5512" y="0"/>
                </a:lnTo>
                <a:close/>
              </a:path>
            </a:pathLst>
          </a:custGeom>
          <a:solidFill xmlns:a="http://schemas.openxmlformats.org/drawingml/2006/main">
            <a:srgbClr val="24382B"/>
          </a:solidFill>
          <a:ln xmlns:a="http://schemas.openxmlformats.org/drawingml/2006/main" w="6668">
            <a:solidFill>
              <a:srgbClr val="24382B"/>
            </a:solidFill>
          </a:ln>
        </p:spPr>
      </p:sp>
    </p:spTree>
    <p:extLst>
      <p:ext uri="{BB962C8B-B14F-4D97-AF65-F5344CB8AC3E}">
        <p14:creationId xmlns:p14="http://schemas.microsoft.com/office/powerpoint/2010/main" val="214258305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hape-787">
            <a:extLst xmlns:a="http://schemas.openxmlformats.org/drawingml/2006/main">
              <a:ext uri="{FF2B5EF4-FFF2-40B4-BE49-F238E27FC236}">
                <a16:creationId xmlns:a16="http://schemas.microsoft.com/office/drawing/2014/main" id="{AB100461-C714-403A-8F38-8951D106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3.1.3  /  UML</a:t>
            </a:r>
          </a:p>
        </p:txBody>
      </p:sp>
      <p:sp>
        <p:nvSpPr>
          <p:cNvPr id="2" name="shape-788">
            <a:extLst xmlns:a="http://schemas.openxmlformats.org/drawingml/2006/main">
              <a:ext uri="{FF2B5EF4-FFF2-40B4-BE49-F238E27FC236}">
                <a16:creationId xmlns:a16="http://schemas.microsoft.com/office/drawing/2014/main" id="{0D1A6754-773F-47E2-ABE8-675AEAC6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14E35"/>
                </a:solidFill>
                <a:latin typeface="Georgia"/>
                <a:ea typeface="Georgia"/>
                <a:cs typeface="Georgia"/>
              </a:rPr>
              <a:t>Casos de uso del sistema</a:t>
            </a:r>
          </a:p>
        </p:txBody>
      </p:sp>
      <p:sp>
        <p:nvSpPr>
          <p:cNvPr id="3" name="shape-789">
            <a:extLst xmlns:a="http://schemas.openxmlformats.org/drawingml/2006/main">
              <a:ext uri="{FF2B5EF4-FFF2-40B4-BE49-F238E27FC236}">
                <a16:creationId xmlns:a16="http://schemas.microsoft.com/office/drawing/2014/main" id="{57DA5455-90E4-47BA-91AB-CA15D5C6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5340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Alma Floral  ·  Herramientas de Desarrollo</a:t>
            </a:r>
          </a:p>
        </p:txBody>
      </p:sp>
      <p:sp>
        <p:nvSpPr>
          <p:cNvPr id="4" name="shape-790">
            <a:extLst xmlns:a="http://schemas.openxmlformats.org/drawingml/2006/main">
              <a:ext uri="{FF2B5EF4-FFF2-40B4-BE49-F238E27FC236}">
                <a16:creationId xmlns:a16="http://schemas.microsoft.com/office/drawing/2014/main" id="{2E6E6F04-9051-4CF8-AD61-26E8B4CD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153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shape-791">
            <a:extLst xmlns:a="http://schemas.openxmlformats.org/drawingml/2006/main">
              <a:ext uri="{FF2B5EF4-FFF2-40B4-BE49-F238E27FC236}">
                <a16:creationId xmlns:a16="http://schemas.microsoft.com/office/drawing/2014/main" id="{2333CCE1-1DCE-438E-84EA-D9390886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57375"/>
            <a:ext cx="981075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CA294"/>
            </a:solidFill>
            <a:prstDash val="solid"/>
          </a:ln>
        </p:spPr>
      </p:sp>
      <p:sp>
        <p:nvSpPr>
          <p:cNvPr id="6" name="shape-792">
            <a:extLst xmlns:a="http://schemas.openxmlformats.org/drawingml/2006/main">
              <a:ext uri="{FF2B5EF4-FFF2-40B4-BE49-F238E27FC236}">
                <a16:creationId xmlns:a16="http://schemas.microsoft.com/office/drawing/2014/main" id="{DA6E1F85-2B29-4278-92C1-AE0FA772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1930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SISTEMA WEB ALMA FLORAL</a:t>
            </a:r>
          </a:p>
        </p:txBody>
      </p:sp>
      <p:sp>
        <p:nvSpPr>
          <p:cNvPr id="7" name="shape-793">
            <a:extLst xmlns:a="http://schemas.openxmlformats.org/drawingml/2006/main">
              <a:ext uri="{FF2B5EF4-FFF2-40B4-BE49-F238E27FC236}">
                <a16:creationId xmlns:a16="http://schemas.microsoft.com/office/drawing/2014/main" id="{BE368B94-2D90-4400-9A5F-3D5E6652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24125"/>
            <a:ext cx="285750" cy="285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8" name="flow-794">
            <a:extLst xmlns:a="http://schemas.openxmlformats.org/drawingml/2006/main">
              <a:ext uri="{FF2B5EF4-FFF2-40B4-BE49-F238E27FC236}">
                <a16:creationId xmlns:a16="http://schemas.microsoft.com/office/drawing/2014/main" id="{4FC172E9-0452-475D-ACA4-31F347E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09875"/>
            <a:ext cx="9525" cy="571500"/>
          </a:xfrm>
          <a:custGeom xmlns:a="http://schemas.openxmlformats.org/drawingml/2006/main"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9" name="flow-795">
            <a:extLst xmlns:a="http://schemas.openxmlformats.org/drawingml/2006/main">
              <a:ext uri="{FF2B5EF4-FFF2-40B4-BE49-F238E27FC236}">
                <a16:creationId xmlns:a16="http://schemas.microsoft.com/office/drawing/2014/main" id="{E73671F4-E3D7-43C2-B1C8-B98816DD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48000"/>
            <a:ext cx="762000" cy="9525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10" name="flow-796">
            <a:extLst xmlns:a="http://schemas.openxmlformats.org/drawingml/2006/main">
              <a:ext uri="{FF2B5EF4-FFF2-40B4-BE49-F238E27FC236}">
                <a16:creationId xmlns:a16="http://schemas.microsoft.com/office/drawing/2014/main" id="{EA7C989F-D143-470D-BE8A-DE9DF03B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81375"/>
            <a:ext cx="333375" cy="428625"/>
          </a:xfrm>
          <a:custGeom xmlns:a="http://schemas.openxmlformats.org/drawingml/2006/main">
            <a:pathLst>
              <a:path w="333375" h="428625">
                <a:moveTo>
                  <a:pt x="333375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11" name="flow-797">
            <a:extLst xmlns:a="http://schemas.openxmlformats.org/drawingml/2006/main">
              <a:ext uri="{FF2B5EF4-FFF2-40B4-BE49-F238E27FC236}">
                <a16:creationId xmlns:a16="http://schemas.microsoft.com/office/drawing/2014/main" id="{0D36AA17-AED1-423A-8AF0-FF8EBBFA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81375"/>
            <a:ext cx="333375" cy="428625"/>
          </a:xfrm>
          <a:custGeom xmlns:a="http://schemas.openxmlformats.org/drawingml/2006/main">
            <a:pathLst>
              <a:path w="333375" h="428625">
                <a:moveTo>
                  <a:pt x="0" y="0"/>
                </a:moveTo>
                <a:lnTo>
                  <a:pt x="333375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12" name="shape-798">
            <a:extLst xmlns:a="http://schemas.openxmlformats.org/drawingml/2006/main">
              <a:ext uri="{FF2B5EF4-FFF2-40B4-BE49-F238E27FC236}">
                <a16:creationId xmlns:a16="http://schemas.microsoft.com/office/drawing/2014/main" id="{371BF990-CD59-403E-84FF-2A724C6F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Cliente</a:t>
            </a:r>
          </a:p>
        </p:txBody>
      </p:sp>
      <p:sp>
        <p:nvSpPr>
          <p:cNvPr id="13" name="shape-799">
            <a:extLst xmlns:a="http://schemas.openxmlformats.org/drawingml/2006/main">
              <a:ext uri="{FF2B5EF4-FFF2-40B4-BE49-F238E27FC236}">
                <a16:creationId xmlns:a16="http://schemas.microsoft.com/office/drawing/2014/main" id="{C7ECE88C-1811-4672-B939-5363B7C3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572125"/>
            <a:ext cx="285750" cy="285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14" name="flow-800">
            <a:extLst xmlns:a="http://schemas.openxmlformats.org/drawingml/2006/main">
              <a:ext uri="{FF2B5EF4-FFF2-40B4-BE49-F238E27FC236}">
                <a16:creationId xmlns:a16="http://schemas.microsoft.com/office/drawing/2014/main" id="{A824E197-8142-4101-B650-4D6A14BE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57875"/>
            <a:ext cx="9525" cy="571500"/>
          </a:xfrm>
          <a:custGeom xmlns:a="http://schemas.openxmlformats.org/drawingml/2006/main"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15" name="flow-801">
            <a:extLst xmlns:a="http://schemas.openxmlformats.org/drawingml/2006/main">
              <a:ext uri="{FF2B5EF4-FFF2-40B4-BE49-F238E27FC236}">
                <a16:creationId xmlns:a16="http://schemas.microsoft.com/office/drawing/2014/main" id="{115F0C7A-4C19-4694-B055-95DBA712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96000"/>
            <a:ext cx="762000" cy="9525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16" name="flow-802">
            <a:extLst xmlns:a="http://schemas.openxmlformats.org/drawingml/2006/main">
              <a:ext uri="{FF2B5EF4-FFF2-40B4-BE49-F238E27FC236}">
                <a16:creationId xmlns:a16="http://schemas.microsoft.com/office/drawing/2014/main" id="{1D7AC943-2D51-4848-B170-4A8D92F8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429375"/>
            <a:ext cx="333375" cy="428625"/>
          </a:xfrm>
          <a:custGeom xmlns:a="http://schemas.openxmlformats.org/drawingml/2006/main">
            <a:pathLst>
              <a:path w="333375" h="428625">
                <a:moveTo>
                  <a:pt x="333375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17" name="flow-803">
            <a:extLst xmlns:a="http://schemas.openxmlformats.org/drawingml/2006/main">
              <a:ext uri="{FF2B5EF4-FFF2-40B4-BE49-F238E27FC236}">
                <a16:creationId xmlns:a16="http://schemas.microsoft.com/office/drawing/2014/main" id="{9D79DAAD-A6A6-45A6-80CD-5A1C80E2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429375"/>
            <a:ext cx="333375" cy="428625"/>
          </a:xfrm>
          <a:custGeom xmlns:a="http://schemas.openxmlformats.org/drawingml/2006/main">
            <a:pathLst>
              <a:path w="333375" h="428625">
                <a:moveTo>
                  <a:pt x="0" y="0"/>
                </a:moveTo>
                <a:lnTo>
                  <a:pt x="333375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82B"/>
            </a:solidFill>
            <a:prstDash val="solid"/>
          </a:ln>
        </p:spPr>
      </p:sp>
      <p:sp>
        <p:nvSpPr>
          <p:cNvPr id="18" name="shape-804">
            <a:extLst xmlns:a="http://schemas.openxmlformats.org/drawingml/2006/main">
              <a:ext uri="{FF2B5EF4-FFF2-40B4-BE49-F238E27FC236}">
                <a16:creationId xmlns:a16="http://schemas.microsoft.com/office/drawing/2014/main" id="{2707FAB0-CA42-46C8-B7D4-EAC0B18E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4850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Administrador</a:t>
            </a:r>
          </a:p>
        </p:txBody>
      </p:sp>
      <p:sp>
        <p:nvSpPr>
          <p:cNvPr id="19" name="flow-805">
            <a:extLst xmlns:a="http://schemas.openxmlformats.org/drawingml/2006/main">
              <a:ext uri="{FF2B5EF4-FFF2-40B4-BE49-F238E27FC236}">
                <a16:creationId xmlns:a16="http://schemas.microsoft.com/office/drawing/2014/main" id="{EAD20410-274E-485D-BB73-1E70D578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71750"/>
            <a:ext cx="3524250" cy="571500"/>
          </a:xfrm>
          <a:custGeom xmlns:a="http://schemas.openxmlformats.org/drawingml/2006/main">
            <a:pathLst>
              <a:path w="3524250" h="571500">
                <a:moveTo>
                  <a:pt x="0" y="571500"/>
                </a:moveTo>
                <a:lnTo>
                  <a:pt x="352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8CA294"/>
            </a:solidFill>
            <a:prstDash val="solid"/>
          </a:ln>
        </p:spPr>
      </p:sp>
      <p:sp>
        <p:nvSpPr>
          <p:cNvPr id="20" name="shape-806">
            <a:extLst xmlns:a="http://schemas.openxmlformats.org/drawingml/2006/main">
              <a:ext uri="{FF2B5EF4-FFF2-40B4-BE49-F238E27FC236}">
                <a16:creationId xmlns:a16="http://schemas.microsoft.com/office/drawing/2014/main" id="{5951FB96-094D-4EE3-9E0E-7B271739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7425"/>
            <a:ext cx="70485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6F2"/>
          </a:solidFill>
          <a:ln xmlns:a="http://schemas.openxmlformats.org/drawingml/2006/main" w="14288">
            <a:solidFill>
              <a:srgbClr val="214E35"/>
            </a:solidFill>
            <a:prstDash val="solid"/>
          </a:ln>
        </p:spPr>
      </p:sp>
      <p:sp>
        <p:nvSpPr>
          <p:cNvPr id="21" name="shape-807">
            <a:extLst xmlns:a="http://schemas.openxmlformats.org/drawingml/2006/main">
              <a:ext uri="{FF2B5EF4-FFF2-40B4-BE49-F238E27FC236}">
                <a16:creationId xmlns:a16="http://schemas.microsoft.com/office/drawing/2014/main" id="{5F71D674-70FB-4650-87C0-88068367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9825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CU01 Consultar catálogo</a:t>
            </a:r>
          </a:p>
        </p:txBody>
      </p:sp>
      <p:sp>
        <p:nvSpPr>
          <p:cNvPr id="22" name="flow-808">
            <a:extLst xmlns:a="http://schemas.openxmlformats.org/drawingml/2006/main">
              <a:ext uri="{FF2B5EF4-FFF2-40B4-BE49-F238E27FC236}">
                <a16:creationId xmlns:a16="http://schemas.microsoft.com/office/drawing/2014/main" id="{1F637F26-E68A-47C2-B371-CF4112C5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43250"/>
            <a:ext cx="3524250" cy="95250"/>
          </a:xfrm>
          <a:custGeom xmlns:a="http://schemas.openxmlformats.org/drawingml/2006/main">
            <a:pathLst>
              <a:path w="3524250" h="95250">
                <a:moveTo>
                  <a:pt x="0" y="0"/>
                </a:moveTo>
                <a:lnTo>
                  <a:pt x="352425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8CA294"/>
            </a:solidFill>
            <a:prstDash val="solid"/>
          </a:ln>
        </p:spPr>
      </p:sp>
      <p:sp>
        <p:nvSpPr>
          <p:cNvPr id="23" name="shape-809">
            <a:extLst xmlns:a="http://schemas.openxmlformats.org/drawingml/2006/main">
              <a:ext uri="{FF2B5EF4-FFF2-40B4-BE49-F238E27FC236}">
                <a16:creationId xmlns:a16="http://schemas.microsoft.com/office/drawing/2014/main" id="{C0C2FB58-5ACF-4472-A18D-53F6C5A5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24175"/>
            <a:ext cx="70485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6F2"/>
          </a:solidFill>
          <a:ln xmlns:a="http://schemas.openxmlformats.org/drawingml/2006/main" w="14288">
            <a:solidFill>
              <a:srgbClr val="214E35"/>
            </a:solidFill>
            <a:prstDash val="solid"/>
          </a:ln>
        </p:spPr>
      </p:sp>
      <p:sp>
        <p:nvSpPr>
          <p:cNvPr id="24" name="shape-810">
            <a:extLst xmlns:a="http://schemas.openxmlformats.org/drawingml/2006/main">
              <a:ext uri="{FF2B5EF4-FFF2-40B4-BE49-F238E27FC236}">
                <a16:creationId xmlns:a16="http://schemas.microsoft.com/office/drawing/2014/main" id="{3A802961-88D6-4B36-80FB-6107B66A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76575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CU02 Registrar pedido</a:t>
            </a:r>
          </a:p>
        </p:txBody>
      </p:sp>
      <p:sp>
        <p:nvSpPr>
          <p:cNvPr id="25" name="flow-811">
            <a:extLst xmlns:a="http://schemas.openxmlformats.org/drawingml/2006/main">
              <a:ext uri="{FF2B5EF4-FFF2-40B4-BE49-F238E27FC236}">
                <a16:creationId xmlns:a16="http://schemas.microsoft.com/office/drawing/2014/main" id="{865B5957-95A6-4FF1-BB1E-819D6AF0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43250"/>
            <a:ext cx="3524250" cy="762000"/>
          </a:xfrm>
          <a:custGeom xmlns:a="http://schemas.openxmlformats.org/drawingml/2006/main">
            <a:pathLst>
              <a:path w="3524250" h="762000">
                <a:moveTo>
                  <a:pt x="0" y="0"/>
                </a:moveTo>
                <a:lnTo>
                  <a:pt x="3524250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8CA294"/>
            </a:solidFill>
            <a:prstDash val="solid"/>
          </a:ln>
        </p:spPr>
      </p:sp>
      <p:sp>
        <p:nvSpPr>
          <p:cNvPr id="26" name="shape-812">
            <a:extLst xmlns:a="http://schemas.openxmlformats.org/drawingml/2006/main">
              <a:ext uri="{FF2B5EF4-FFF2-40B4-BE49-F238E27FC236}">
                <a16:creationId xmlns:a16="http://schemas.microsoft.com/office/drawing/2014/main" id="{F86F423A-DBC7-4A14-87BC-7E85E32C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90925"/>
            <a:ext cx="70485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6F2"/>
          </a:solidFill>
          <a:ln xmlns:a="http://schemas.openxmlformats.org/drawingml/2006/main" w="14288">
            <a:solidFill>
              <a:srgbClr val="214E35"/>
            </a:solidFill>
            <a:prstDash val="solid"/>
          </a:ln>
        </p:spPr>
      </p:sp>
      <p:sp>
        <p:nvSpPr>
          <p:cNvPr id="27" name="shape-813">
            <a:extLst xmlns:a="http://schemas.openxmlformats.org/drawingml/2006/main">
              <a:ext uri="{FF2B5EF4-FFF2-40B4-BE49-F238E27FC236}">
                <a16:creationId xmlns:a16="http://schemas.microsoft.com/office/drawing/2014/main" id="{3538E900-0C34-4870-948B-1A471955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43325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CU03 Consultar pedido</a:t>
            </a:r>
          </a:p>
        </p:txBody>
      </p:sp>
      <p:sp>
        <p:nvSpPr>
          <p:cNvPr id="28" name="flow-814">
            <a:extLst xmlns:a="http://schemas.openxmlformats.org/drawingml/2006/main">
              <a:ext uri="{FF2B5EF4-FFF2-40B4-BE49-F238E27FC236}">
                <a16:creationId xmlns:a16="http://schemas.microsoft.com/office/drawing/2014/main" id="{E975994D-2602-482F-861F-6308FA81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43250"/>
            <a:ext cx="3524250" cy="1428750"/>
          </a:xfrm>
          <a:custGeom xmlns:a="http://schemas.openxmlformats.org/drawingml/2006/main">
            <a:pathLst>
              <a:path w="3524250" h="1428750">
                <a:moveTo>
                  <a:pt x="0" y="0"/>
                </a:moveTo>
                <a:lnTo>
                  <a:pt x="3524250" y="14287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8CA294"/>
            </a:solidFill>
            <a:prstDash val="solid"/>
          </a:ln>
        </p:spPr>
      </p:sp>
      <p:sp>
        <p:nvSpPr>
          <p:cNvPr id="29" name="shape-815">
            <a:extLst xmlns:a="http://schemas.openxmlformats.org/drawingml/2006/main">
              <a:ext uri="{FF2B5EF4-FFF2-40B4-BE49-F238E27FC236}">
                <a16:creationId xmlns:a16="http://schemas.microsoft.com/office/drawing/2014/main" id="{3A4AB692-AEA6-4EF0-812E-F25527F4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57675"/>
            <a:ext cx="70485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6F2"/>
          </a:solidFill>
          <a:ln xmlns:a="http://schemas.openxmlformats.org/drawingml/2006/main" w="14288">
            <a:solidFill>
              <a:srgbClr val="214E35"/>
            </a:solidFill>
            <a:prstDash val="solid"/>
          </a:ln>
        </p:spPr>
      </p:sp>
      <p:sp>
        <p:nvSpPr>
          <p:cNvPr id="30" name="shape-816">
            <a:extLst xmlns:a="http://schemas.openxmlformats.org/drawingml/2006/main">
              <a:ext uri="{FF2B5EF4-FFF2-40B4-BE49-F238E27FC236}">
                <a16:creationId xmlns:a16="http://schemas.microsoft.com/office/drawing/2014/main" id="{C1FD7153-4BB6-4770-A133-79A43AE3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10075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CU07 Registrar solicitud postventa</a:t>
            </a:r>
          </a:p>
        </p:txBody>
      </p:sp>
      <p:sp>
        <p:nvSpPr>
          <p:cNvPr id="31" name="flow-817">
            <a:extLst xmlns:a="http://schemas.openxmlformats.org/drawingml/2006/main">
              <a:ext uri="{FF2B5EF4-FFF2-40B4-BE49-F238E27FC236}">
                <a16:creationId xmlns:a16="http://schemas.microsoft.com/office/drawing/2014/main" id="{89264B40-80E1-4AF2-B00A-BA3153F1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38750"/>
            <a:ext cx="3524250" cy="952500"/>
          </a:xfrm>
          <a:custGeom xmlns:a="http://schemas.openxmlformats.org/drawingml/2006/main">
            <a:pathLst>
              <a:path w="3524250" h="952500">
                <a:moveTo>
                  <a:pt x="0" y="952500"/>
                </a:moveTo>
                <a:lnTo>
                  <a:pt x="352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8CA294"/>
            </a:solidFill>
            <a:prstDash val="solid"/>
          </a:ln>
        </p:spPr>
      </p:sp>
      <p:sp>
        <p:nvSpPr>
          <p:cNvPr id="32" name="shape-818">
            <a:extLst xmlns:a="http://schemas.openxmlformats.org/drawingml/2006/main">
              <a:ext uri="{FF2B5EF4-FFF2-40B4-BE49-F238E27FC236}">
                <a16:creationId xmlns:a16="http://schemas.microsoft.com/office/drawing/2014/main" id="{C6031EB8-0830-43A5-8374-B8B363EC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24425"/>
            <a:ext cx="70485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6F2"/>
          </a:solidFill>
          <a:ln xmlns:a="http://schemas.openxmlformats.org/drawingml/2006/main" w="14288">
            <a:solidFill>
              <a:srgbClr val="214E35"/>
            </a:solidFill>
            <a:prstDash val="solid"/>
          </a:ln>
        </p:spPr>
      </p:sp>
      <p:sp>
        <p:nvSpPr>
          <p:cNvPr id="33" name="shape-819">
            <a:extLst xmlns:a="http://schemas.openxmlformats.org/drawingml/2006/main">
              <a:ext uri="{FF2B5EF4-FFF2-40B4-BE49-F238E27FC236}">
                <a16:creationId xmlns:a16="http://schemas.microsoft.com/office/drawing/2014/main" id="{8FC580AB-9EF6-4480-AE90-EF1F9202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76825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CU04 Iniciar sesión</a:t>
            </a:r>
          </a:p>
        </p:txBody>
      </p:sp>
      <p:sp>
        <p:nvSpPr>
          <p:cNvPr id="34" name="flow-820">
            <a:extLst xmlns:a="http://schemas.openxmlformats.org/drawingml/2006/main">
              <a:ext uri="{FF2B5EF4-FFF2-40B4-BE49-F238E27FC236}">
                <a16:creationId xmlns:a16="http://schemas.microsoft.com/office/drawing/2014/main" id="{92667ACC-1474-46E3-A054-38A31C3A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905500"/>
            <a:ext cx="3524250" cy="285750"/>
          </a:xfrm>
          <a:custGeom xmlns:a="http://schemas.openxmlformats.org/drawingml/2006/main">
            <a:pathLst>
              <a:path w="3524250" h="285750">
                <a:moveTo>
                  <a:pt x="0" y="285750"/>
                </a:moveTo>
                <a:lnTo>
                  <a:pt x="352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8CA294"/>
            </a:solidFill>
            <a:prstDash val="solid"/>
          </a:ln>
        </p:spPr>
      </p:sp>
      <p:sp>
        <p:nvSpPr>
          <p:cNvPr id="35" name="shape-821">
            <a:extLst xmlns:a="http://schemas.openxmlformats.org/drawingml/2006/main">
              <a:ext uri="{FF2B5EF4-FFF2-40B4-BE49-F238E27FC236}">
                <a16:creationId xmlns:a16="http://schemas.microsoft.com/office/drawing/2014/main" id="{43619351-29FC-4807-B989-86EF21FB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91175"/>
            <a:ext cx="70485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6F2"/>
          </a:solidFill>
          <a:ln xmlns:a="http://schemas.openxmlformats.org/drawingml/2006/main" w="14288">
            <a:solidFill>
              <a:srgbClr val="214E35"/>
            </a:solidFill>
            <a:prstDash val="solid"/>
          </a:ln>
        </p:spPr>
      </p:sp>
      <p:sp>
        <p:nvSpPr>
          <p:cNvPr id="36" name="shape-822">
            <a:extLst xmlns:a="http://schemas.openxmlformats.org/drawingml/2006/main">
              <a:ext uri="{FF2B5EF4-FFF2-40B4-BE49-F238E27FC236}">
                <a16:creationId xmlns:a16="http://schemas.microsoft.com/office/drawing/2014/main" id="{44E39141-4729-45CA-B241-4328CB89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743575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CU05 Gestionar productos</a:t>
            </a:r>
          </a:p>
        </p:txBody>
      </p:sp>
      <p:sp>
        <p:nvSpPr>
          <p:cNvPr id="37" name="flow-823">
            <a:extLst xmlns:a="http://schemas.openxmlformats.org/drawingml/2006/main">
              <a:ext uri="{FF2B5EF4-FFF2-40B4-BE49-F238E27FC236}">
                <a16:creationId xmlns:a16="http://schemas.microsoft.com/office/drawing/2014/main" id="{F2949AFE-D6AA-4D52-8154-A8D18B70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191250"/>
            <a:ext cx="3524250" cy="381000"/>
          </a:xfrm>
          <a:custGeom xmlns:a="http://schemas.openxmlformats.org/drawingml/2006/main">
            <a:pathLst>
              <a:path w="3524250" h="381000">
                <a:moveTo>
                  <a:pt x="0" y="0"/>
                </a:moveTo>
                <a:lnTo>
                  <a:pt x="352425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8CA294"/>
            </a:solidFill>
            <a:prstDash val="solid"/>
          </a:ln>
        </p:spPr>
      </p:sp>
      <p:sp>
        <p:nvSpPr>
          <p:cNvPr id="38" name="shape-824">
            <a:extLst xmlns:a="http://schemas.openxmlformats.org/drawingml/2006/main">
              <a:ext uri="{FF2B5EF4-FFF2-40B4-BE49-F238E27FC236}">
                <a16:creationId xmlns:a16="http://schemas.microsoft.com/office/drawing/2014/main" id="{E1409A4D-BE9C-484A-8E13-EA4C5E9F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57925"/>
            <a:ext cx="70485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6F2"/>
          </a:solidFill>
          <a:ln xmlns:a="http://schemas.openxmlformats.org/drawingml/2006/main" w="14288">
            <a:solidFill>
              <a:srgbClr val="214E35"/>
            </a:solidFill>
            <a:prstDash val="solid"/>
          </a:ln>
        </p:spPr>
      </p:sp>
      <p:sp>
        <p:nvSpPr>
          <p:cNvPr id="39" name="shape-825">
            <a:extLst xmlns:a="http://schemas.openxmlformats.org/drawingml/2006/main">
              <a:ext uri="{FF2B5EF4-FFF2-40B4-BE49-F238E27FC236}">
                <a16:creationId xmlns:a16="http://schemas.microsoft.com/office/drawing/2014/main" id="{F43AED64-11AF-4CAD-976A-23810A54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10325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CU06 Gestionar pedidos</a:t>
            </a:r>
          </a:p>
        </p:txBody>
      </p:sp>
      <p:sp>
        <p:nvSpPr>
          <p:cNvPr id="40" name="flow-826">
            <a:extLst xmlns:a="http://schemas.openxmlformats.org/drawingml/2006/main">
              <a:ext uri="{FF2B5EF4-FFF2-40B4-BE49-F238E27FC236}">
                <a16:creationId xmlns:a16="http://schemas.microsoft.com/office/drawing/2014/main" id="{E61EA1CE-59A7-42B2-B724-A02CA1FC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191250"/>
            <a:ext cx="3524250" cy="1047750"/>
          </a:xfrm>
          <a:custGeom xmlns:a="http://schemas.openxmlformats.org/drawingml/2006/main">
            <a:pathLst>
              <a:path w="3524250" h="1047750">
                <a:moveTo>
                  <a:pt x="0" y="0"/>
                </a:moveTo>
                <a:lnTo>
                  <a:pt x="3524250" y="10477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8CA294"/>
            </a:solidFill>
            <a:prstDash val="solid"/>
          </a:ln>
        </p:spPr>
      </p:sp>
      <p:sp>
        <p:nvSpPr>
          <p:cNvPr id="41" name="shape-827">
            <a:extLst xmlns:a="http://schemas.openxmlformats.org/drawingml/2006/main">
              <a:ext uri="{FF2B5EF4-FFF2-40B4-BE49-F238E27FC236}">
                <a16:creationId xmlns:a16="http://schemas.microsoft.com/office/drawing/2014/main" id="{5DE24F18-42D2-442E-965C-FCD0474F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924675"/>
            <a:ext cx="70485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6F2"/>
          </a:solidFill>
          <a:ln xmlns:a="http://schemas.openxmlformats.org/drawingml/2006/main" w="14288">
            <a:solidFill>
              <a:srgbClr val="214E35"/>
            </a:solidFill>
            <a:prstDash val="solid"/>
          </a:ln>
        </p:spPr>
      </p:sp>
      <p:sp>
        <p:nvSpPr>
          <p:cNvPr id="42" name="shape-828">
            <a:extLst xmlns:a="http://schemas.openxmlformats.org/drawingml/2006/main">
              <a:ext uri="{FF2B5EF4-FFF2-40B4-BE49-F238E27FC236}">
                <a16:creationId xmlns:a16="http://schemas.microsoft.com/office/drawing/2014/main" id="{B9797071-6D1A-46AA-A388-ADEFC09A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7077075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CU08 Gestionar postventa</a:t>
            </a:r>
          </a:p>
        </p:txBody>
      </p:sp>
    </p:spTree>
    <p:extLst>
      <p:ext uri="{BB962C8B-B14F-4D97-AF65-F5344CB8AC3E}">
        <p14:creationId xmlns:p14="http://schemas.microsoft.com/office/powerpoint/2010/main" val="23471398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-829">
            <a:extLst xmlns:a="http://schemas.openxmlformats.org/drawingml/2006/main">
              <a:ext uri="{FF2B5EF4-FFF2-40B4-BE49-F238E27FC236}">
                <a16:creationId xmlns:a16="http://schemas.microsoft.com/office/drawing/2014/main" id="{2A3360DC-36E2-4C3F-82D6-10E5CD1C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FUENTES EN APA 7</a:t>
            </a:r>
          </a:p>
        </p:txBody>
      </p:sp>
      <p:sp>
        <p:nvSpPr>
          <p:cNvPr id="2" name="shape-830">
            <a:extLst xmlns:a="http://schemas.openxmlformats.org/drawingml/2006/main">
              <a:ext uri="{FF2B5EF4-FFF2-40B4-BE49-F238E27FC236}">
                <a16:creationId xmlns:a16="http://schemas.microsoft.com/office/drawing/2014/main" id="{9AFD200E-78A4-486A-B153-6B259AF3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14E35"/>
                </a:solidFill>
                <a:latin typeface="Georgia"/>
                <a:ea typeface="Georgia"/>
                <a:cs typeface="Georgia"/>
              </a:rPr>
              <a:t>Referencias 1</a:t>
            </a:r>
          </a:p>
        </p:txBody>
      </p:sp>
      <p:sp>
        <p:nvSpPr>
          <p:cNvPr id="3" name="shape-831">
            <a:extLst xmlns:a="http://schemas.openxmlformats.org/drawingml/2006/main">
              <a:ext uri="{FF2B5EF4-FFF2-40B4-BE49-F238E27FC236}">
                <a16:creationId xmlns:a16="http://schemas.microsoft.com/office/drawing/2014/main" id="{CE267899-C88C-494C-8F1B-8DB827B0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5340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Alma Floral  ·  Herramientas de Desarrollo</a:t>
            </a:r>
          </a:p>
        </p:txBody>
      </p:sp>
      <p:sp>
        <p:nvSpPr>
          <p:cNvPr id="4" name="shape-832">
            <a:extLst xmlns:a="http://schemas.openxmlformats.org/drawingml/2006/main">
              <a:ext uri="{FF2B5EF4-FFF2-40B4-BE49-F238E27FC236}">
                <a16:creationId xmlns:a16="http://schemas.microsoft.com/office/drawing/2014/main" id="{8170A657-44C6-4D75-BA79-6AC913EB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153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shape-833">
            <a:extLst xmlns:a="http://schemas.openxmlformats.org/drawingml/2006/main">
              <a:ext uri="{FF2B5EF4-FFF2-40B4-BE49-F238E27FC236}">
                <a16:creationId xmlns:a16="http://schemas.microsoft.com/office/drawing/2014/main" id="{671890AE-54A9-4E65-AEF9-E4620B02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Andrade Álvarez, C. E., Barba Bayas, D. R., Viteri Ojeda, J. C., &amp; Sampedro Redrobán, M. C. (2023). La gestión tecnológica aplicada al desarrollo de las PYMES. Centro de Investigación y Desarrollo Ecuador. https://doi.org/10.33996/cide.ecuador.PY2636256</a:t>
            </a:r>
          </a:p>
        </p:txBody>
      </p:sp>
      <p:sp>
        <p:nvSpPr>
          <p:cNvPr id="6" name="shape-834">
            <a:extLst xmlns:a="http://schemas.openxmlformats.org/drawingml/2006/main">
              <a:ext uri="{FF2B5EF4-FFF2-40B4-BE49-F238E27FC236}">
                <a16:creationId xmlns:a16="http://schemas.microsoft.com/office/drawing/2014/main" id="{E5C8197B-CC6A-4D57-85BA-2E548F92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52725"/>
            <a:ext cx="1390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Atencia Caly, A. A., &amp; Bertel Toscano, W. J. (2021). Desarrollo de una tienda online para la floristería Capullos [Trabajo de grado, Corporación Universitaria del Caribe CECAR]. Repositorio Institucional CECAR. https://repositorio.cecar.edu.co/entities/publication/93e75d06-0a51-49fb-9b91-f276b9369f9d</a:t>
            </a:r>
          </a:p>
        </p:txBody>
      </p:sp>
      <p:sp>
        <p:nvSpPr>
          <p:cNvPr id="7" name="shape-835">
            <a:extLst xmlns:a="http://schemas.openxmlformats.org/drawingml/2006/main">
              <a:ext uri="{FF2B5EF4-FFF2-40B4-BE49-F238E27FC236}">
                <a16:creationId xmlns:a16="http://schemas.microsoft.com/office/drawing/2014/main" id="{3725D0C8-3592-4263-93F2-9E66EDCC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390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Barón, S., Fermín, S., &amp; Molina, E. (2018). Estrategias de mercadeo basadas en el marketing digital orientadas a la captación de nuevos clientes de las PYMES. Caso de estudio: Grupo Inter Game 2012, C.A. Revista Enfoques, 2(7), 164–174. https://repositorio.cidecuador.org/jspui/handle/123456789/1289</a:t>
            </a:r>
          </a:p>
        </p:txBody>
      </p:sp>
      <p:sp>
        <p:nvSpPr>
          <p:cNvPr id="8" name="shape-836">
            <a:extLst xmlns:a="http://schemas.openxmlformats.org/drawingml/2006/main">
              <a:ext uri="{FF2B5EF4-FFF2-40B4-BE49-F238E27FC236}">
                <a16:creationId xmlns:a16="http://schemas.microsoft.com/office/drawing/2014/main" id="{5EBC03E0-6E87-45B2-BA6E-F0B86611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29175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Burgos Urgilés, L. A. (2021). Desarrollo de página web para la florería Mariflowersec [Trabajo de titulación, Universidad Politécnica Salesiana]. Repositorio Institucional UPS. https://dspace.ups.edu.ec/handle/123456789/21828</a:t>
            </a:r>
          </a:p>
        </p:txBody>
      </p:sp>
      <p:sp>
        <p:nvSpPr>
          <p:cNvPr id="9" name="shape-837">
            <a:extLst xmlns:a="http://schemas.openxmlformats.org/drawingml/2006/main">
              <a:ext uri="{FF2B5EF4-FFF2-40B4-BE49-F238E27FC236}">
                <a16:creationId xmlns:a16="http://schemas.microsoft.com/office/drawing/2014/main" id="{C86B05B0-CB8A-4DF4-8FFB-34D45E1E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29275"/>
            <a:ext cx="1390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Chacon, S., &amp; Straub, B. (2014). Pro Git (2.ª ed.). Apress. https://git-scm.com/book/es/v2</a:t>
            </a:r>
          </a:p>
        </p:txBody>
      </p:sp>
      <p:sp>
        <p:nvSpPr>
          <p:cNvPr id="10" name="shape-838">
            <a:extLst xmlns:a="http://schemas.openxmlformats.org/drawingml/2006/main">
              <a:ext uri="{FF2B5EF4-FFF2-40B4-BE49-F238E27FC236}">
                <a16:creationId xmlns:a16="http://schemas.microsoft.com/office/drawing/2014/main" id="{AEC27D3A-B391-44E8-A525-2F6AFC48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390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Kotler, P., &amp; Keller, K. L. (2016). Dirección de marketing (15.ª ed.). Pearson.</a:t>
            </a:r>
          </a:p>
        </p:txBody>
      </p:sp>
      <p:sp>
        <p:nvSpPr>
          <p:cNvPr id="11" name="shape-839">
            <a:extLst xmlns:a="http://schemas.openxmlformats.org/drawingml/2006/main">
              <a:ext uri="{FF2B5EF4-FFF2-40B4-BE49-F238E27FC236}">
                <a16:creationId xmlns:a16="http://schemas.microsoft.com/office/drawing/2014/main" id="{20AE8AD1-C919-4265-9340-26F1E82E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53225"/>
            <a:ext cx="1390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Laudon, K. C., &amp; Laudon, J. P. (2016). Sistemas de información gerencial (14.ª ed.). Pearson Educación.</a:t>
            </a:r>
          </a:p>
        </p:txBody>
      </p:sp>
    </p:spTree>
    <p:extLst>
      <p:ext uri="{BB962C8B-B14F-4D97-AF65-F5344CB8AC3E}">
        <p14:creationId xmlns:p14="http://schemas.microsoft.com/office/powerpoint/2010/main" val="59924649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hape-840">
            <a:extLst xmlns:a="http://schemas.openxmlformats.org/drawingml/2006/main">
              <a:ext uri="{FF2B5EF4-FFF2-40B4-BE49-F238E27FC236}">
                <a16:creationId xmlns:a16="http://schemas.microsoft.com/office/drawing/2014/main" id="{00741453-6E40-4989-9892-855B944D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FUENTES EN APA 7</a:t>
            </a:r>
          </a:p>
        </p:txBody>
      </p:sp>
      <p:sp>
        <p:nvSpPr>
          <p:cNvPr id="2" name="shape-841">
            <a:extLst xmlns:a="http://schemas.openxmlformats.org/drawingml/2006/main">
              <a:ext uri="{FF2B5EF4-FFF2-40B4-BE49-F238E27FC236}">
                <a16:creationId xmlns:a16="http://schemas.microsoft.com/office/drawing/2014/main" id="{8279EEE8-B038-4923-8C26-FF76115D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14E35"/>
                </a:solidFill>
                <a:latin typeface="Georgia"/>
                <a:ea typeface="Georgia"/>
                <a:cs typeface="Georgia"/>
              </a:rPr>
              <a:t>Referencias 2</a:t>
            </a:r>
          </a:p>
        </p:txBody>
      </p:sp>
      <p:sp>
        <p:nvSpPr>
          <p:cNvPr id="3" name="shape-842">
            <a:extLst xmlns:a="http://schemas.openxmlformats.org/drawingml/2006/main">
              <a:ext uri="{FF2B5EF4-FFF2-40B4-BE49-F238E27FC236}">
                <a16:creationId xmlns:a16="http://schemas.microsoft.com/office/drawing/2014/main" id="{4E141B0B-8E4D-4D3A-BB9E-5E90326A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5340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Alma Floral  ·  Herramientas de Desarrollo</a:t>
            </a:r>
          </a:p>
        </p:txBody>
      </p:sp>
      <p:sp>
        <p:nvSpPr>
          <p:cNvPr id="4" name="shape-843">
            <a:extLst xmlns:a="http://schemas.openxmlformats.org/drawingml/2006/main">
              <a:ext uri="{FF2B5EF4-FFF2-40B4-BE49-F238E27FC236}">
                <a16:creationId xmlns:a16="http://schemas.microsoft.com/office/drawing/2014/main" id="{496B7A2F-EE18-4545-86B4-87D2A3C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153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shape-844">
            <a:extLst xmlns:a="http://schemas.openxmlformats.org/drawingml/2006/main">
              <a:ext uri="{FF2B5EF4-FFF2-40B4-BE49-F238E27FC236}">
                <a16:creationId xmlns:a16="http://schemas.microsoft.com/office/drawing/2014/main" id="{1DE1DE5F-AA62-46C7-889B-38B83C9E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390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O’Brien, J. A., &amp; Marakas, G. M. (2011). Management information systems (10.ª ed.). McGraw-Hill.</a:t>
            </a:r>
          </a:p>
        </p:txBody>
      </p:sp>
      <p:sp>
        <p:nvSpPr>
          <p:cNvPr id="6" name="shape-845">
            <a:extLst xmlns:a="http://schemas.openxmlformats.org/drawingml/2006/main">
              <a:ext uri="{FF2B5EF4-FFF2-40B4-BE49-F238E27FC236}">
                <a16:creationId xmlns:a16="http://schemas.microsoft.com/office/drawing/2014/main" id="{70C03A7D-2022-42C9-A6D7-ECF412C2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390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Object Management Group. (2014). Business process model and notation (Versión 2.0.2). https://www.omg.org/spec/BPMN/2.0.2</a:t>
            </a:r>
          </a:p>
        </p:txBody>
      </p:sp>
      <p:sp>
        <p:nvSpPr>
          <p:cNvPr id="7" name="shape-846">
            <a:extLst xmlns:a="http://schemas.openxmlformats.org/drawingml/2006/main">
              <a:ext uri="{FF2B5EF4-FFF2-40B4-BE49-F238E27FC236}">
                <a16:creationId xmlns:a16="http://schemas.microsoft.com/office/drawing/2014/main" id="{118E151A-FF52-4B47-BC8A-1D8D8663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1390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Pressman, R. S. (2010). Ingeniería del software: Un enfoque práctico (7.ª ed.). McGraw-Hill.</a:t>
            </a:r>
          </a:p>
        </p:txBody>
      </p:sp>
      <p:sp>
        <p:nvSpPr>
          <p:cNvPr id="8" name="shape-847">
            <a:extLst xmlns:a="http://schemas.openxmlformats.org/drawingml/2006/main">
              <a:ext uri="{FF2B5EF4-FFF2-40B4-BE49-F238E27FC236}">
                <a16:creationId xmlns:a16="http://schemas.microsoft.com/office/drawing/2014/main" id="{BB1E58F3-F000-43B2-864B-C2E58610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390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Robbins, S. P., &amp; Coulter, M. (2018). Administración (13.ª ed.). Pearson Educación.</a:t>
            </a:r>
          </a:p>
        </p:txBody>
      </p:sp>
      <p:sp>
        <p:nvSpPr>
          <p:cNvPr id="9" name="shape-848">
            <a:extLst xmlns:a="http://schemas.openxmlformats.org/drawingml/2006/main">
              <a:ext uri="{FF2B5EF4-FFF2-40B4-BE49-F238E27FC236}">
                <a16:creationId xmlns:a16="http://schemas.microsoft.com/office/drawing/2014/main" id="{727B8351-FC66-482C-981B-8EEB739A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0525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Schwaber, K., &amp; Sutherland, J. (2020). La guía de Scrum. https://scrumguides.org/docs/scrumguide/v2020/2020-Scrum-Guide-Spanish-Latin-South-American.pdf</a:t>
            </a:r>
          </a:p>
        </p:txBody>
      </p:sp>
      <p:sp>
        <p:nvSpPr>
          <p:cNvPr id="10" name="shape-849">
            <a:extLst xmlns:a="http://schemas.openxmlformats.org/drawingml/2006/main">
              <a:ext uri="{FF2B5EF4-FFF2-40B4-BE49-F238E27FC236}">
                <a16:creationId xmlns:a16="http://schemas.microsoft.com/office/drawing/2014/main" id="{B03B15E0-AEE3-47CF-9C8A-876C2DC2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1390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Tiendanube. (2022, 2 de noviembre). ¿Qué es una plataforma digital y para qué sirve?. https://www.tiendanube.com/blog/plataforma-digital/</a:t>
            </a:r>
          </a:p>
        </p:txBody>
      </p:sp>
    </p:spTree>
    <p:extLst>
      <p:ext uri="{BB962C8B-B14F-4D97-AF65-F5344CB8AC3E}">
        <p14:creationId xmlns:p14="http://schemas.microsoft.com/office/powerpoint/2010/main" val="118844360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hape-850">
            <a:extLst xmlns:a="http://schemas.openxmlformats.org/drawingml/2006/main">
              <a:ext uri="{FF2B5EF4-FFF2-40B4-BE49-F238E27FC236}">
                <a16:creationId xmlns:a16="http://schemas.microsoft.com/office/drawing/2014/main" id="{86AFBE89-AF40-4695-AF62-832A51D6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4E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4E35"/>
                </a:solidFill>
                <a:latin typeface="Arial"/>
                <a:ea typeface="Arial"/>
                <a:cs typeface="Arial"/>
              </a:rPr>
              <a:t>CIERRE</a:t>
            </a:r>
          </a:p>
        </p:txBody>
      </p:sp>
      <p:sp>
        <p:nvSpPr>
          <p:cNvPr id="2" name="shape-851">
            <a:extLst xmlns:a="http://schemas.openxmlformats.org/drawingml/2006/main">
              <a:ext uri="{FF2B5EF4-FFF2-40B4-BE49-F238E27FC236}">
                <a16:creationId xmlns:a16="http://schemas.microsoft.com/office/drawing/2014/main" id="{92D71187-E915-4768-AE5B-0C998960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1400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14E35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14E35"/>
                </a:solidFill>
                <a:latin typeface="Georgia"/>
                <a:ea typeface="Georgia"/>
                <a:cs typeface="Georgia"/>
              </a:rPr>
              <a:t>Segunda entrega</a:t>
            </a:r>
          </a:p>
        </p:txBody>
      </p:sp>
      <p:sp>
        <p:nvSpPr>
          <p:cNvPr id="3" name="shape-852">
            <a:extLst xmlns:a="http://schemas.openxmlformats.org/drawingml/2006/main">
              <a:ext uri="{FF2B5EF4-FFF2-40B4-BE49-F238E27FC236}">
                <a16:creationId xmlns:a16="http://schemas.microsoft.com/office/drawing/2014/main" id="{A8F36B69-41E3-420C-B8CD-A8242817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5340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Alma Floral  ·  Herramientas de Desarrollo</a:t>
            </a:r>
          </a:p>
        </p:txBody>
      </p:sp>
      <p:sp>
        <p:nvSpPr>
          <p:cNvPr id="4" name="shape-853">
            <a:extLst xmlns:a="http://schemas.openxmlformats.org/drawingml/2006/main">
              <a:ext uri="{FF2B5EF4-FFF2-40B4-BE49-F238E27FC236}">
                <a16:creationId xmlns:a16="http://schemas.microsoft.com/office/drawing/2014/main" id="{46B07036-06BC-4640-8F82-37FD2654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153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shape-854">
            <a:extLst xmlns:a="http://schemas.openxmlformats.org/drawingml/2006/main">
              <a:ext uri="{FF2B5EF4-FFF2-40B4-BE49-F238E27FC236}">
                <a16:creationId xmlns:a16="http://schemas.microsoft.com/office/drawing/2014/main" id="{26982C04-CEAA-43E2-8383-4594FE04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3906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Procesos de negocio en BPMN</a:t>
            </a:r>
          </a:p>
          <a:p xmlns:a="http://schemas.openxmlformats.org/drawingml/2006/main">
            <a:pPr algn="l">
              <a:defRPr sz="30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Diagrama de actividades</a:t>
            </a:r>
          </a:p>
          <a:p xmlns:a="http://schemas.openxmlformats.org/drawingml/2006/main">
            <a:pPr algn="l">
              <a:defRPr sz="3000" b="0">
                <a:solidFill>
                  <a:srgbClr val="24382B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4382B"/>
                </a:solidFill>
                <a:latin typeface="Arial"/>
                <a:ea typeface="Arial"/>
                <a:cs typeface="Arial"/>
              </a:rPr>
              <a:t>Casos de uso y reglas de negocio</a:t>
            </a:r>
          </a:p>
        </p:txBody>
      </p:sp>
      <p:sp>
        <p:nvSpPr>
          <p:cNvPr id="6" name="shape-855">
            <a:extLst xmlns:a="http://schemas.openxmlformats.org/drawingml/2006/main">
              <a:ext uri="{FF2B5EF4-FFF2-40B4-BE49-F238E27FC236}">
                <a16:creationId xmlns:a16="http://schemas.microsoft.com/office/drawing/2014/main" id="{2CCB5AFA-C359-47BE-AA29-BCB4F2D4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390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01F28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B01F28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B01F28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B01F28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B01F28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B01F28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B01F28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B01F28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B01F28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B01F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B01F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01F28"/>
                </a:solidFill>
                <a:latin typeface="Arial"/>
                <a:ea typeface="Arial"/>
                <a:cs typeface="Arial"/>
              </a:rPr>
              <a:t>Pendiente: incorporar las evidencias reales de GitHub.</a:t>
            </a:r>
          </a:p>
        </p:txBody>
      </p:sp>
      <p:sp>
        <p:nvSpPr>
          <p:cNvPr id="7" name="shape-856">
            <a:extLst xmlns:a="http://schemas.openxmlformats.org/drawingml/2006/main">
              <a:ext uri="{FF2B5EF4-FFF2-40B4-BE49-F238E27FC236}">
                <a16:creationId xmlns:a16="http://schemas.microsoft.com/office/drawing/2014/main" id="{4BC8F4D6-373F-4329-ABF5-201DD543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334250"/>
            <a:ext cx="1390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F6C6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C62"/>
                </a:solidFill>
                <a:latin typeface="Arial"/>
                <a:ea typeface="Arial"/>
                <a:cs typeface="Arial"/>
              </a:rPr>
              <a:t>César Sembrera · Kennet Casani · Martín Pérez · Nallely Gutierrez</a:t>
            </a:r>
          </a:p>
        </p:txBody>
      </p:sp>
    </p:spTree>
    <p:extLst>
      <p:ext uri="{BB962C8B-B14F-4D97-AF65-F5344CB8AC3E}">
        <p14:creationId xmlns:p14="http://schemas.microsoft.com/office/powerpoint/2010/main" val="12321877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2026-10-19T21:47:41.7840000Z</dcterms:created>
  <dcterms:modified xsi:type="dcterms:W3CDTF">2026-10-19T21:47:41.7840000Z</dcterms:modified>
</coreProperties>
</file>